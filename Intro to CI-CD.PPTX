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3" r:id="rId4"/>
  </p:sldMasterIdLst>
  <p:notesMasterIdLst>
    <p:notesMasterId r:id="rId29"/>
  </p:notesMasterIdLst>
  <p:handoutMasterIdLst>
    <p:handoutMasterId r:id="rId30"/>
  </p:handoutMasterIdLst>
  <p:sldIdLst>
    <p:sldId id="256" r:id="rId5"/>
    <p:sldId id="526" r:id="rId6"/>
    <p:sldId id="525" r:id="rId7"/>
    <p:sldId id="535" r:id="rId8"/>
    <p:sldId id="587" r:id="rId9"/>
    <p:sldId id="586" r:id="rId10"/>
    <p:sldId id="589" r:id="rId11"/>
    <p:sldId id="588" r:id="rId12"/>
    <p:sldId id="590" r:id="rId13"/>
    <p:sldId id="591" r:id="rId14"/>
    <p:sldId id="592" r:id="rId15"/>
    <p:sldId id="593" r:id="rId16"/>
    <p:sldId id="596" r:id="rId17"/>
    <p:sldId id="594" r:id="rId18"/>
    <p:sldId id="595" r:id="rId19"/>
    <p:sldId id="598" r:id="rId20"/>
    <p:sldId id="599" r:id="rId21"/>
    <p:sldId id="600" r:id="rId22"/>
    <p:sldId id="601" r:id="rId23"/>
    <p:sldId id="602" r:id="rId24"/>
    <p:sldId id="603" r:id="rId25"/>
    <p:sldId id="604" r:id="rId26"/>
    <p:sldId id="605" r:id="rId27"/>
    <p:sldId id="606" r:id="rId28"/>
  </p:sldIdLst>
  <p:sldSz cx="9144000" cy="6858000" type="screen4x3"/>
  <p:notesSz cx="6797675" cy="9928225"/>
  <p:custDataLst>
    <p:tags r:id="rId31"/>
  </p:custDataLst>
  <p:defaultTextStyle>
    <a:defPPr>
      <a:defRPr lang="en-US"/>
    </a:defPPr>
    <a:lvl1pPr algn="l" rtl="0" eaLnBrk="0" fontAlgn="base" hangingPunct="0">
      <a:lnSpc>
        <a:spcPct val="80000"/>
      </a:lnSpc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9" userDrawn="1">
          <p15:clr>
            <a:srgbClr val="A4A3A4"/>
          </p15:clr>
        </p15:guide>
        <p15:guide id="2" orient="horz" pos="2888" userDrawn="1">
          <p15:clr>
            <a:srgbClr val="A4A3A4"/>
          </p15:clr>
        </p15:guide>
        <p15:guide id="3" orient="horz" pos="3024" userDrawn="1">
          <p15:clr>
            <a:srgbClr val="A4A3A4"/>
          </p15:clr>
        </p15:guide>
        <p15:guide id="4" orient="horz" pos="3162" userDrawn="1">
          <p15:clr>
            <a:srgbClr val="A4A3A4"/>
          </p15:clr>
        </p15:guide>
        <p15:guide id="5" orient="horz" pos="3368" userDrawn="1">
          <p15:clr>
            <a:srgbClr val="A4A3A4"/>
          </p15:clr>
        </p15:guide>
        <p15:guide id="6" orient="horz" pos="4233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  <p15:guide id="8" orient="horz" pos="2008" userDrawn="1">
          <p15:clr>
            <a:srgbClr val="A4A3A4"/>
          </p15:clr>
        </p15:guide>
        <p15:guide id="9" orient="horz" pos="968" userDrawn="1">
          <p15:clr>
            <a:srgbClr val="A4A3A4"/>
          </p15:clr>
        </p15:guide>
        <p15:guide id="10" pos="317" userDrawn="1">
          <p15:clr>
            <a:srgbClr val="A4A3A4"/>
          </p15:clr>
        </p15:guide>
        <p15:guide id="11" pos="1594" userDrawn="1">
          <p15:clr>
            <a:srgbClr val="A4A3A4"/>
          </p15:clr>
        </p15:guide>
        <p15:guide id="12" pos="5529" userDrawn="1">
          <p15:clr>
            <a:srgbClr val="A4A3A4"/>
          </p15:clr>
        </p15:guide>
        <p15:guide id="13" pos="15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204" userDrawn="1">
          <p15:clr>
            <a:srgbClr val="A4A3A4"/>
          </p15:clr>
        </p15:guide>
        <p15:guide id="3" orient="horz" pos="3128" userDrawn="1">
          <p15:clr>
            <a:srgbClr val="A4A3A4"/>
          </p15:clr>
        </p15:guide>
        <p15:guide id="4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phanie.m.olla" initials="so" lastIdx="9" clrIdx="0"/>
  <p:cmAuthor id="1" name="sabitha nair" initials="sn" lastIdx="5" clrIdx="1">
    <p:extLst/>
  </p:cmAuthor>
  <p:cmAuthor id="2" name="Bagmar, Jai" initials="BJ" lastIdx="9" clrIdx="2"/>
  <p:cmAuthor id="3" name="Hayward, Douglas" initials="DT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269238"/>
    <a:srgbClr val="2B94C3"/>
    <a:srgbClr val="003344"/>
    <a:srgbClr val="AADDEE"/>
    <a:srgbClr val="66AA44"/>
    <a:srgbClr val="001B4D"/>
    <a:srgbClr val="937D3F"/>
    <a:srgbClr val="6BB248"/>
    <a:srgbClr val="CCB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4" autoAdjust="0"/>
    <p:restoredTop sz="73676" autoAdjust="0"/>
  </p:normalViewPr>
  <p:slideViewPr>
    <p:cSldViewPr snapToGrid="0" snapToObjects="1" showGuides="1">
      <p:cViewPr varScale="1">
        <p:scale>
          <a:sx n="67" d="100"/>
          <a:sy n="67" d="100"/>
        </p:scale>
        <p:origin x="2130" y="66"/>
      </p:cViewPr>
      <p:guideLst>
        <p:guide orient="horz" pos="1239"/>
        <p:guide orient="horz" pos="2888"/>
        <p:guide orient="horz" pos="3024"/>
        <p:guide orient="horz" pos="3162"/>
        <p:guide orient="horz" pos="3368"/>
        <p:guide orient="horz" pos="4233"/>
        <p:guide orient="horz" pos="2160"/>
        <p:guide orient="horz" pos="2008"/>
        <p:guide orient="horz" pos="968"/>
        <p:guide pos="317"/>
        <p:guide pos="1594"/>
        <p:guide pos="5529"/>
        <p:guide pos="1598"/>
      </p:guideLst>
    </p:cSldViewPr>
  </p:slideViewPr>
  <p:outlineViewPr>
    <p:cViewPr>
      <p:scale>
        <a:sx n="33" d="100"/>
        <a:sy n="33" d="100"/>
      </p:scale>
      <p:origin x="0" y="345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52" d="100"/>
          <a:sy n="52" d="100"/>
        </p:scale>
        <p:origin x="2958" y="96"/>
      </p:cViewPr>
      <p:guideLst>
        <p:guide orient="horz" pos="2880"/>
        <p:guide pos="2204"/>
        <p:guide orient="horz" pos="3128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0BED2B-B411-4B3C-AEF4-8F6B6272C1DB}" type="doc">
      <dgm:prSet loTypeId="urn:microsoft.com/office/officeart/2008/layout/VerticalCurvedList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CB0A670-AA44-4739-8328-80EADC415B69}">
      <dgm:prSet phldrT="[Text]"/>
      <dgm:spPr/>
      <dgm:t>
        <a:bodyPr/>
        <a:lstStyle/>
        <a:p>
          <a:r>
            <a:rPr lang="en-US" dirty="0" smtClean="0"/>
            <a:t>Introduction</a:t>
          </a:r>
          <a:endParaRPr lang="en-US" dirty="0"/>
        </a:p>
      </dgm:t>
    </dgm:pt>
    <dgm:pt modelId="{66C6A7AF-8C04-437B-9412-370F8EC566BD}" type="parTrans" cxnId="{6C666B05-DD52-4D35-A606-81A5138F75D4}">
      <dgm:prSet/>
      <dgm:spPr/>
      <dgm:t>
        <a:bodyPr/>
        <a:lstStyle/>
        <a:p>
          <a:endParaRPr lang="en-US"/>
        </a:p>
      </dgm:t>
    </dgm:pt>
    <dgm:pt modelId="{3C115016-72A3-4475-AF67-8F51683F34E8}" type="sibTrans" cxnId="{6C666B05-DD52-4D35-A606-81A5138F75D4}">
      <dgm:prSet/>
      <dgm:spPr/>
      <dgm:t>
        <a:bodyPr/>
        <a:lstStyle/>
        <a:p>
          <a:endParaRPr lang="en-US"/>
        </a:p>
      </dgm:t>
    </dgm:pt>
    <dgm:pt modelId="{4D2F3583-8730-47D1-8B25-D0860357CBC4}">
      <dgm:prSet phldrT="[Text]"/>
      <dgm:spPr/>
      <dgm:t>
        <a:bodyPr/>
        <a:lstStyle/>
        <a:p>
          <a:r>
            <a:rPr lang="en-US" dirty="0" smtClean="0"/>
            <a:t>Review: What is DevOps?</a:t>
          </a:r>
          <a:endParaRPr lang="en-US" dirty="0"/>
        </a:p>
      </dgm:t>
    </dgm:pt>
    <dgm:pt modelId="{B6331289-3A63-41FC-91FE-1F615F382902}" type="parTrans" cxnId="{58B3722C-5569-4ACC-8150-DC1359E1497A}">
      <dgm:prSet/>
      <dgm:spPr/>
      <dgm:t>
        <a:bodyPr/>
        <a:lstStyle/>
        <a:p>
          <a:endParaRPr lang="en-US"/>
        </a:p>
      </dgm:t>
    </dgm:pt>
    <dgm:pt modelId="{2B46F70D-D94B-4CAB-8E9A-D84DB56D7E51}" type="sibTrans" cxnId="{58B3722C-5569-4ACC-8150-DC1359E1497A}">
      <dgm:prSet/>
      <dgm:spPr/>
      <dgm:t>
        <a:bodyPr/>
        <a:lstStyle/>
        <a:p>
          <a:endParaRPr lang="en-US"/>
        </a:p>
      </dgm:t>
    </dgm:pt>
    <dgm:pt modelId="{F17FEABA-3981-4F22-9128-AC19C9612655}">
      <dgm:prSet phldrT="[Text]"/>
      <dgm:spPr/>
      <dgm:t>
        <a:bodyPr/>
        <a:lstStyle/>
        <a:p>
          <a:r>
            <a:rPr lang="en-US" dirty="0" smtClean="0"/>
            <a:t>Continuous Integration</a:t>
          </a:r>
          <a:endParaRPr lang="en-US" dirty="0"/>
        </a:p>
      </dgm:t>
    </dgm:pt>
    <dgm:pt modelId="{0CA0FB00-0284-4721-8DED-716FD8975B49}" type="parTrans" cxnId="{87EDC446-6BAC-424B-90CE-B79CA9574F46}">
      <dgm:prSet/>
      <dgm:spPr/>
      <dgm:t>
        <a:bodyPr/>
        <a:lstStyle/>
        <a:p>
          <a:endParaRPr lang="en-US"/>
        </a:p>
      </dgm:t>
    </dgm:pt>
    <dgm:pt modelId="{5BED00B1-C441-41E8-ADB7-ED072B9ABBFE}" type="sibTrans" cxnId="{87EDC446-6BAC-424B-90CE-B79CA9574F46}">
      <dgm:prSet/>
      <dgm:spPr/>
      <dgm:t>
        <a:bodyPr/>
        <a:lstStyle/>
        <a:p>
          <a:endParaRPr lang="en-US"/>
        </a:p>
      </dgm:t>
    </dgm:pt>
    <dgm:pt modelId="{51F278A1-E1BC-41D4-9064-89CF7035F733}">
      <dgm:prSet/>
      <dgm:spPr/>
      <dgm:t>
        <a:bodyPr/>
        <a:lstStyle/>
        <a:p>
          <a:r>
            <a:rPr lang="en-US" dirty="0" smtClean="0"/>
            <a:t>Continuous Deployment</a:t>
          </a:r>
          <a:endParaRPr lang="en-US" dirty="0"/>
        </a:p>
      </dgm:t>
    </dgm:pt>
    <dgm:pt modelId="{388BD9E1-879C-4253-93EC-39421C3DD3EC}" type="parTrans" cxnId="{ABC2EE8A-0A56-4C4B-8DA2-DE8D44412F51}">
      <dgm:prSet/>
      <dgm:spPr/>
      <dgm:t>
        <a:bodyPr/>
        <a:lstStyle/>
        <a:p>
          <a:endParaRPr lang="en-US"/>
        </a:p>
      </dgm:t>
    </dgm:pt>
    <dgm:pt modelId="{46D166D9-E6E9-436F-8201-5985DAB0C630}" type="sibTrans" cxnId="{ABC2EE8A-0A56-4C4B-8DA2-DE8D44412F51}">
      <dgm:prSet/>
      <dgm:spPr/>
      <dgm:t>
        <a:bodyPr/>
        <a:lstStyle/>
        <a:p>
          <a:endParaRPr lang="en-US"/>
        </a:p>
      </dgm:t>
    </dgm:pt>
    <dgm:pt modelId="{5F8A69AA-A44B-4D99-B54F-9DC789A71769}">
      <dgm:prSet/>
      <dgm:spPr/>
      <dgm:t>
        <a:bodyPr/>
        <a:lstStyle/>
        <a:p>
          <a:r>
            <a:rPr lang="en-US" dirty="0" smtClean="0"/>
            <a:t>DevOps Tools</a:t>
          </a:r>
          <a:endParaRPr lang="en-US" dirty="0"/>
        </a:p>
      </dgm:t>
    </dgm:pt>
    <dgm:pt modelId="{E918A236-EF95-4296-81CC-77D3638EA8F4}" type="parTrans" cxnId="{4D85AAAE-3007-4A57-A1CE-E6C34AEE971D}">
      <dgm:prSet/>
      <dgm:spPr/>
      <dgm:t>
        <a:bodyPr/>
        <a:lstStyle/>
        <a:p>
          <a:endParaRPr lang="en-US"/>
        </a:p>
      </dgm:t>
    </dgm:pt>
    <dgm:pt modelId="{F9C81C02-D2A6-4D6C-B273-AF2C3C07B23C}" type="sibTrans" cxnId="{4D85AAAE-3007-4A57-A1CE-E6C34AEE971D}">
      <dgm:prSet/>
      <dgm:spPr/>
      <dgm:t>
        <a:bodyPr/>
        <a:lstStyle/>
        <a:p>
          <a:endParaRPr lang="en-US"/>
        </a:p>
      </dgm:t>
    </dgm:pt>
    <dgm:pt modelId="{37936CAF-8FE8-411E-86E0-0A58EF30A041}" type="pres">
      <dgm:prSet presAssocID="{240BED2B-B411-4B3C-AEF4-8F6B6272C1D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784FCBC9-4CB9-4980-B81A-FF147BE7EC26}" type="pres">
      <dgm:prSet presAssocID="{240BED2B-B411-4B3C-AEF4-8F6B6272C1DB}" presName="Name1" presStyleCnt="0"/>
      <dgm:spPr/>
    </dgm:pt>
    <dgm:pt modelId="{A9115D87-E389-4655-9A7F-59F5459088CC}" type="pres">
      <dgm:prSet presAssocID="{240BED2B-B411-4B3C-AEF4-8F6B6272C1DB}" presName="cycle" presStyleCnt="0"/>
      <dgm:spPr/>
    </dgm:pt>
    <dgm:pt modelId="{4E3E9BFF-3458-4EB0-8D74-EE7CA9DE9748}" type="pres">
      <dgm:prSet presAssocID="{240BED2B-B411-4B3C-AEF4-8F6B6272C1DB}" presName="srcNode" presStyleLbl="node1" presStyleIdx="0" presStyleCnt="5"/>
      <dgm:spPr/>
    </dgm:pt>
    <dgm:pt modelId="{0ACDC2C9-A436-4A21-BB4F-98851C09BEC0}" type="pres">
      <dgm:prSet presAssocID="{240BED2B-B411-4B3C-AEF4-8F6B6272C1DB}" presName="conn" presStyleLbl="parChTrans1D2" presStyleIdx="0" presStyleCnt="1"/>
      <dgm:spPr/>
      <dgm:t>
        <a:bodyPr/>
        <a:lstStyle/>
        <a:p>
          <a:endParaRPr lang="en-US"/>
        </a:p>
      </dgm:t>
    </dgm:pt>
    <dgm:pt modelId="{3BE858F8-9B57-4D19-BFB1-53CEA0D15E39}" type="pres">
      <dgm:prSet presAssocID="{240BED2B-B411-4B3C-AEF4-8F6B6272C1DB}" presName="extraNode" presStyleLbl="node1" presStyleIdx="0" presStyleCnt="5"/>
      <dgm:spPr/>
    </dgm:pt>
    <dgm:pt modelId="{A668C44A-FB29-4ED0-96A0-114E244F7E3D}" type="pres">
      <dgm:prSet presAssocID="{240BED2B-B411-4B3C-AEF4-8F6B6272C1DB}" presName="dstNode" presStyleLbl="node1" presStyleIdx="0" presStyleCnt="5"/>
      <dgm:spPr/>
    </dgm:pt>
    <dgm:pt modelId="{05DB2D5E-76F3-4A46-90AB-C038DFE7062C}" type="pres">
      <dgm:prSet presAssocID="{BCB0A670-AA44-4739-8328-80EADC415B69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3982CA-376D-42BA-9932-CBB51A4AD9FB}" type="pres">
      <dgm:prSet presAssocID="{BCB0A670-AA44-4739-8328-80EADC415B69}" presName="accent_1" presStyleCnt="0"/>
      <dgm:spPr/>
    </dgm:pt>
    <dgm:pt modelId="{95286BC6-8A01-4E23-BC81-25616F6AEA2E}" type="pres">
      <dgm:prSet presAssocID="{BCB0A670-AA44-4739-8328-80EADC415B69}" presName="accentRepeatNode" presStyleLbl="solidFgAcc1" presStyleIdx="0" presStyleCnt="5"/>
      <dgm:spPr/>
    </dgm:pt>
    <dgm:pt modelId="{F633A069-A94D-4A7A-85FF-0AB911D6A2BD}" type="pres">
      <dgm:prSet presAssocID="{4D2F3583-8730-47D1-8B25-D0860357CBC4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C07EEE-F609-4EC6-B51E-8E582DB97006}" type="pres">
      <dgm:prSet presAssocID="{4D2F3583-8730-47D1-8B25-D0860357CBC4}" presName="accent_2" presStyleCnt="0"/>
      <dgm:spPr/>
    </dgm:pt>
    <dgm:pt modelId="{0A40A706-15BA-43C2-BA78-339FA3ABE116}" type="pres">
      <dgm:prSet presAssocID="{4D2F3583-8730-47D1-8B25-D0860357CBC4}" presName="accentRepeatNode" presStyleLbl="solidFgAcc1" presStyleIdx="1" presStyleCnt="5"/>
      <dgm:spPr/>
    </dgm:pt>
    <dgm:pt modelId="{800F9468-FFD3-426C-AF0B-10046D11B97F}" type="pres">
      <dgm:prSet presAssocID="{F17FEABA-3981-4F22-9128-AC19C9612655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E3E6CC-F030-4494-88E2-D503984857E1}" type="pres">
      <dgm:prSet presAssocID="{F17FEABA-3981-4F22-9128-AC19C9612655}" presName="accent_3" presStyleCnt="0"/>
      <dgm:spPr/>
    </dgm:pt>
    <dgm:pt modelId="{305D8EBE-2E29-4036-97C7-0CA0D04FC4AF}" type="pres">
      <dgm:prSet presAssocID="{F17FEABA-3981-4F22-9128-AC19C9612655}" presName="accentRepeatNode" presStyleLbl="solidFgAcc1" presStyleIdx="2" presStyleCnt="5"/>
      <dgm:spPr/>
    </dgm:pt>
    <dgm:pt modelId="{27DED971-918A-4E1B-859D-0503CE0D96DC}" type="pres">
      <dgm:prSet presAssocID="{51F278A1-E1BC-41D4-9064-89CF7035F733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080B79-6D2C-4185-A62F-D56283D1C626}" type="pres">
      <dgm:prSet presAssocID="{51F278A1-E1BC-41D4-9064-89CF7035F733}" presName="accent_4" presStyleCnt="0"/>
      <dgm:spPr/>
    </dgm:pt>
    <dgm:pt modelId="{2DE51227-D0CA-4544-BF66-52A9FED852B1}" type="pres">
      <dgm:prSet presAssocID="{51F278A1-E1BC-41D4-9064-89CF7035F733}" presName="accentRepeatNode" presStyleLbl="solidFgAcc1" presStyleIdx="3" presStyleCnt="5"/>
      <dgm:spPr/>
    </dgm:pt>
    <dgm:pt modelId="{CEC112C6-A2D8-42BC-A228-85868CB5DB2A}" type="pres">
      <dgm:prSet presAssocID="{5F8A69AA-A44B-4D99-B54F-9DC789A71769}" presName="text_5" presStyleLbl="node1" presStyleIdx="4" presStyleCnt="5">
        <dgm:presLayoutVars>
          <dgm:bulletEnabled val="1"/>
        </dgm:presLayoutVars>
      </dgm:prSet>
      <dgm:spPr/>
    </dgm:pt>
    <dgm:pt modelId="{C0B8CED0-11B6-4D57-A7B9-8E954866F3CA}" type="pres">
      <dgm:prSet presAssocID="{5F8A69AA-A44B-4D99-B54F-9DC789A71769}" presName="accent_5" presStyleCnt="0"/>
      <dgm:spPr/>
    </dgm:pt>
    <dgm:pt modelId="{AF4AC6BF-813E-411F-A07D-8311A96F8BE2}" type="pres">
      <dgm:prSet presAssocID="{5F8A69AA-A44B-4D99-B54F-9DC789A71769}" presName="accentRepeatNode" presStyleLbl="solidFgAcc1" presStyleIdx="4" presStyleCnt="5"/>
      <dgm:spPr/>
    </dgm:pt>
  </dgm:ptLst>
  <dgm:cxnLst>
    <dgm:cxn modelId="{58B3722C-5569-4ACC-8150-DC1359E1497A}" srcId="{240BED2B-B411-4B3C-AEF4-8F6B6272C1DB}" destId="{4D2F3583-8730-47D1-8B25-D0860357CBC4}" srcOrd="1" destOrd="0" parTransId="{B6331289-3A63-41FC-91FE-1F615F382902}" sibTransId="{2B46F70D-D94B-4CAB-8E9A-D84DB56D7E51}"/>
    <dgm:cxn modelId="{4542BC6D-F127-4823-90B9-423CBD6A5AA0}" type="presOf" srcId="{240BED2B-B411-4B3C-AEF4-8F6B6272C1DB}" destId="{37936CAF-8FE8-411E-86E0-0A58EF30A041}" srcOrd="0" destOrd="0" presId="urn:microsoft.com/office/officeart/2008/layout/VerticalCurvedList"/>
    <dgm:cxn modelId="{4D85AAAE-3007-4A57-A1CE-E6C34AEE971D}" srcId="{240BED2B-B411-4B3C-AEF4-8F6B6272C1DB}" destId="{5F8A69AA-A44B-4D99-B54F-9DC789A71769}" srcOrd="4" destOrd="0" parTransId="{E918A236-EF95-4296-81CC-77D3638EA8F4}" sibTransId="{F9C81C02-D2A6-4D6C-B273-AF2C3C07B23C}"/>
    <dgm:cxn modelId="{AE4CB658-1D6A-4431-B6CB-3EA9C3F03312}" type="presOf" srcId="{5F8A69AA-A44B-4D99-B54F-9DC789A71769}" destId="{CEC112C6-A2D8-42BC-A228-85868CB5DB2A}" srcOrd="0" destOrd="0" presId="urn:microsoft.com/office/officeart/2008/layout/VerticalCurvedList"/>
    <dgm:cxn modelId="{4C9E8E92-4459-4F9C-BEA4-6A2DC7524FA6}" type="presOf" srcId="{4D2F3583-8730-47D1-8B25-D0860357CBC4}" destId="{F633A069-A94D-4A7A-85FF-0AB911D6A2BD}" srcOrd="0" destOrd="0" presId="urn:microsoft.com/office/officeart/2008/layout/VerticalCurvedList"/>
    <dgm:cxn modelId="{ABC2EE8A-0A56-4C4B-8DA2-DE8D44412F51}" srcId="{240BED2B-B411-4B3C-AEF4-8F6B6272C1DB}" destId="{51F278A1-E1BC-41D4-9064-89CF7035F733}" srcOrd="3" destOrd="0" parTransId="{388BD9E1-879C-4253-93EC-39421C3DD3EC}" sibTransId="{46D166D9-E6E9-436F-8201-5985DAB0C630}"/>
    <dgm:cxn modelId="{DCCAF325-7862-46BC-968F-49D97A1909EB}" type="presOf" srcId="{BCB0A670-AA44-4739-8328-80EADC415B69}" destId="{05DB2D5E-76F3-4A46-90AB-C038DFE7062C}" srcOrd="0" destOrd="0" presId="urn:microsoft.com/office/officeart/2008/layout/VerticalCurvedList"/>
    <dgm:cxn modelId="{87EDC446-6BAC-424B-90CE-B79CA9574F46}" srcId="{240BED2B-B411-4B3C-AEF4-8F6B6272C1DB}" destId="{F17FEABA-3981-4F22-9128-AC19C9612655}" srcOrd="2" destOrd="0" parTransId="{0CA0FB00-0284-4721-8DED-716FD8975B49}" sibTransId="{5BED00B1-C441-41E8-ADB7-ED072B9ABBFE}"/>
    <dgm:cxn modelId="{99730872-7C54-47F1-A076-4F31EE0E0CA3}" type="presOf" srcId="{F17FEABA-3981-4F22-9128-AC19C9612655}" destId="{800F9468-FFD3-426C-AF0B-10046D11B97F}" srcOrd="0" destOrd="0" presId="urn:microsoft.com/office/officeart/2008/layout/VerticalCurvedList"/>
    <dgm:cxn modelId="{6C666B05-DD52-4D35-A606-81A5138F75D4}" srcId="{240BED2B-B411-4B3C-AEF4-8F6B6272C1DB}" destId="{BCB0A670-AA44-4739-8328-80EADC415B69}" srcOrd="0" destOrd="0" parTransId="{66C6A7AF-8C04-437B-9412-370F8EC566BD}" sibTransId="{3C115016-72A3-4475-AF67-8F51683F34E8}"/>
    <dgm:cxn modelId="{EF2DADA6-2755-4424-B6D3-1E7DBC8BC19C}" type="presOf" srcId="{3C115016-72A3-4475-AF67-8F51683F34E8}" destId="{0ACDC2C9-A436-4A21-BB4F-98851C09BEC0}" srcOrd="0" destOrd="0" presId="urn:microsoft.com/office/officeart/2008/layout/VerticalCurvedList"/>
    <dgm:cxn modelId="{53A8BD38-0215-4427-AAB9-D1B8A93817A4}" type="presOf" srcId="{51F278A1-E1BC-41D4-9064-89CF7035F733}" destId="{27DED971-918A-4E1B-859D-0503CE0D96DC}" srcOrd="0" destOrd="0" presId="urn:microsoft.com/office/officeart/2008/layout/VerticalCurvedList"/>
    <dgm:cxn modelId="{6BF20B13-2C8A-41EF-B9A2-02F29E8D4BAF}" type="presParOf" srcId="{37936CAF-8FE8-411E-86E0-0A58EF30A041}" destId="{784FCBC9-4CB9-4980-B81A-FF147BE7EC26}" srcOrd="0" destOrd="0" presId="urn:microsoft.com/office/officeart/2008/layout/VerticalCurvedList"/>
    <dgm:cxn modelId="{B14DD8DA-07A3-4B6B-928F-2DD029FE749E}" type="presParOf" srcId="{784FCBC9-4CB9-4980-B81A-FF147BE7EC26}" destId="{A9115D87-E389-4655-9A7F-59F5459088CC}" srcOrd="0" destOrd="0" presId="urn:microsoft.com/office/officeart/2008/layout/VerticalCurvedList"/>
    <dgm:cxn modelId="{4CF36569-2FA8-44DD-8380-8C004CB303E7}" type="presParOf" srcId="{A9115D87-E389-4655-9A7F-59F5459088CC}" destId="{4E3E9BFF-3458-4EB0-8D74-EE7CA9DE9748}" srcOrd="0" destOrd="0" presId="urn:microsoft.com/office/officeart/2008/layout/VerticalCurvedList"/>
    <dgm:cxn modelId="{50C0117A-2957-4415-95B0-03D60FCB06C1}" type="presParOf" srcId="{A9115D87-E389-4655-9A7F-59F5459088CC}" destId="{0ACDC2C9-A436-4A21-BB4F-98851C09BEC0}" srcOrd="1" destOrd="0" presId="urn:microsoft.com/office/officeart/2008/layout/VerticalCurvedList"/>
    <dgm:cxn modelId="{5311E62B-36D7-47FD-9AE6-699C5C62B4AD}" type="presParOf" srcId="{A9115D87-E389-4655-9A7F-59F5459088CC}" destId="{3BE858F8-9B57-4D19-BFB1-53CEA0D15E39}" srcOrd="2" destOrd="0" presId="urn:microsoft.com/office/officeart/2008/layout/VerticalCurvedList"/>
    <dgm:cxn modelId="{A2CD7D0F-0A8E-4327-A5A9-5AA3ABC2FF66}" type="presParOf" srcId="{A9115D87-E389-4655-9A7F-59F5459088CC}" destId="{A668C44A-FB29-4ED0-96A0-114E244F7E3D}" srcOrd="3" destOrd="0" presId="urn:microsoft.com/office/officeart/2008/layout/VerticalCurvedList"/>
    <dgm:cxn modelId="{6B4D934D-8929-4A62-88EF-31089DFD8CB8}" type="presParOf" srcId="{784FCBC9-4CB9-4980-B81A-FF147BE7EC26}" destId="{05DB2D5E-76F3-4A46-90AB-C038DFE7062C}" srcOrd="1" destOrd="0" presId="urn:microsoft.com/office/officeart/2008/layout/VerticalCurvedList"/>
    <dgm:cxn modelId="{22963F67-644F-42CB-9453-C7A08C890ACC}" type="presParOf" srcId="{784FCBC9-4CB9-4980-B81A-FF147BE7EC26}" destId="{593982CA-376D-42BA-9932-CBB51A4AD9FB}" srcOrd="2" destOrd="0" presId="urn:microsoft.com/office/officeart/2008/layout/VerticalCurvedList"/>
    <dgm:cxn modelId="{60DE0F67-3780-4935-9A56-3FCCE2DCAB9B}" type="presParOf" srcId="{593982CA-376D-42BA-9932-CBB51A4AD9FB}" destId="{95286BC6-8A01-4E23-BC81-25616F6AEA2E}" srcOrd="0" destOrd="0" presId="urn:microsoft.com/office/officeart/2008/layout/VerticalCurvedList"/>
    <dgm:cxn modelId="{CEF2A864-5E36-4FA7-ADFB-E74DCAF0338D}" type="presParOf" srcId="{784FCBC9-4CB9-4980-B81A-FF147BE7EC26}" destId="{F633A069-A94D-4A7A-85FF-0AB911D6A2BD}" srcOrd="3" destOrd="0" presId="urn:microsoft.com/office/officeart/2008/layout/VerticalCurvedList"/>
    <dgm:cxn modelId="{7F730935-7D66-481F-8C1E-B71B3261AF1B}" type="presParOf" srcId="{784FCBC9-4CB9-4980-B81A-FF147BE7EC26}" destId="{27C07EEE-F609-4EC6-B51E-8E582DB97006}" srcOrd="4" destOrd="0" presId="urn:microsoft.com/office/officeart/2008/layout/VerticalCurvedList"/>
    <dgm:cxn modelId="{638F944C-8ED4-412C-A3D5-92501457A609}" type="presParOf" srcId="{27C07EEE-F609-4EC6-B51E-8E582DB97006}" destId="{0A40A706-15BA-43C2-BA78-339FA3ABE116}" srcOrd="0" destOrd="0" presId="urn:microsoft.com/office/officeart/2008/layout/VerticalCurvedList"/>
    <dgm:cxn modelId="{5875D881-18B4-43EA-B154-50990B31CC00}" type="presParOf" srcId="{784FCBC9-4CB9-4980-B81A-FF147BE7EC26}" destId="{800F9468-FFD3-426C-AF0B-10046D11B97F}" srcOrd="5" destOrd="0" presId="urn:microsoft.com/office/officeart/2008/layout/VerticalCurvedList"/>
    <dgm:cxn modelId="{2BAD9C5B-16DD-4610-B5F8-B7F43E8DEA2A}" type="presParOf" srcId="{784FCBC9-4CB9-4980-B81A-FF147BE7EC26}" destId="{16E3E6CC-F030-4494-88E2-D503984857E1}" srcOrd="6" destOrd="0" presId="urn:microsoft.com/office/officeart/2008/layout/VerticalCurvedList"/>
    <dgm:cxn modelId="{00FC388A-D16F-400D-B176-96B04B6E94FE}" type="presParOf" srcId="{16E3E6CC-F030-4494-88E2-D503984857E1}" destId="{305D8EBE-2E29-4036-97C7-0CA0D04FC4AF}" srcOrd="0" destOrd="0" presId="urn:microsoft.com/office/officeart/2008/layout/VerticalCurvedList"/>
    <dgm:cxn modelId="{DBE9618D-7D6C-40CC-A770-A43921114779}" type="presParOf" srcId="{784FCBC9-4CB9-4980-B81A-FF147BE7EC26}" destId="{27DED971-918A-4E1B-859D-0503CE0D96DC}" srcOrd="7" destOrd="0" presId="urn:microsoft.com/office/officeart/2008/layout/VerticalCurvedList"/>
    <dgm:cxn modelId="{2320850F-70AF-4C0E-AA97-603CF58406B7}" type="presParOf" srcId="{784FCBC9-4CB9-4980-B81A-FF147BE7EC26}" destId="{2A080B79-6D2C-4185-A62F-D56283D1C626}" srcOrd="8" destOrd="0" presId="urn:microsoft.com/office/officeart/2008/layout/VerticalCurvedList"/>
    <dgm:cxn modelId="{87FE1331-8118-45F0-84D9-BB6BDEB1EB87}" type="presParOf" srcId="{2A080B79-6D2C-4185-A62F-D56283D1C626}" destId="{2DE51227-D0CA-4544-BF66-52A9FED852B1}" srcOrd="0" destOrd="0" presId="urn:microsoft.com/office/officeart/2008/layout/VerticalCurvedList"/>
    <dgm:cxn modelId="{EBBCB8AD-07ED-467F-A50A-CB094AFF2531}" type="presParOf" srcId="{784FCBC9-4CB9-4980-B81A-FF147BE7EC26}" destId="{CEC112C6-A2D8-42BC-A228-85868CB5DB2A}" srcOrd="9" destOrd="0" presId="urn:microsoft.com/office/officeart/2008/layout/VerticalCurvedList"/>
    <dgm:cxn modelId="{C2A94718-CEE4-4A4C-B894-687EE280D8BC}" type="presParOf" srcId="{784FCBC9-4CB9-4980-B81A-FF147BE7EC26}" destId="{C0B8CED0-11B6-4D57-A7B9-8E954866F3CA}" srcOrd="10" destOrd="0" presId="urn:microsoft.com/office/officeart/2008/layout/VerticalCurvedList"/>
    <dgm:cxn modelId="{8098E477-9573-4C93-9079-A1EF8ABF9EAB}" type="presParOf" srcId="{C0B8CED0-11B6-4D57-A7B9-8E954866F3CA}" destId="{AF4AC6BF-813E-411F-A07D-8311A96F8B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6D8D78-8E18-4279-AD78-C513D3514235}" type="doc">
      <dgm:prSet loTypeId="urn:microsoft.com/office/officeart/2008/layout/AlternatingHexagons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E035ECC-94BA-48F6-9736-EC6AA015B654}">
      <dgm:prSet phldrT="[Text]"/>
      <dgm:spPr/>
      <dgm:t>
        <a:bodyPr/>
        <a:lstStyle/>
        <a:p>
          <a:r>
            <a:rPr lang="en-US" dirty="0" smtClean="0"/>
            <a:t>Name</a:t>
          </a:r>
          <a:endParaRPr lang="en-US" dirty="0"/>
        </a:p>
      </dgm:t>
    </dgm:pt>
    <dgm:pt modelId="{59849115-6034-4EA0-B530-54F5069AEFA8}" type="parTrans" cxnId="{6446B7D8-3A7D-49B1-81B3-237224F0025F}">
      <dgm:prSet/>
      <dgm:spPr/>
      <dgm:t>
        <a:bodyPr/>
        <a:lstStyle/>
        <a:p>
          <a:endParaRPr lang="en-US"/>
        </a:p>
      </dgm:t>
    </dgm:pt>
    <dgm:pt modelId="{F3D96337-A6F9-43D5-859A-F51126499DC2}" type="sibTrans" cxnId="{6446B7D8-3A7D-49B1-81B3-237224F0025F}">
      <dgm:prSet/>
      <dgm:spPr/>
      <dgm:t>
        <a:bodyPr/>
        <a:lstStyle/>
        <a:p>
          <a:endParaRPr lang="en-US"/>
        </a:p>
      </dgm:t>
    </dgm:pt>
    <dgm:pt modelId="{6D088F07-80BC-4637-AE1E-4A3F1E35F466}">
      <dgm:prSet phldrT="[Text]"/>
      <dgm:spPr/>
      <dgm:t>
        <a:bodyPr/>
        <a:lstStyle/>
        <a:p>
          <a:r>
            <a:rPr lang="en-US" dirty="0" smtClean="0"/>
            <a:t>School Graduated</a:t>
          </a:r>
          <a:endParaRPr lang="en-US" dirty="0"/>
        </a:p>
      </dgm:t>
    </dgm:pt>
    <dgm:pt modelId="{911A142E-5FD3-4133-87A5-D572A434872B}" type="parTrans" cxnId="{8FE99939-6714-4EA7-B0EA-C4EB1F5664E2}">
      <dgm:prSet/>
      <dgm:spPr/>
      <dgm:t>
        <a:bodyPr/>
        <a:lstStyle/>
        <a:p>
          <a:endParaRPr lang="en-US"/>
        </a:p>
      </dgm:t>
    </dgm:pt>
    <dgm:pt modelId="{CF2F9180-BD99-4A9A-8BCE-C77A4B9F2113}" type="sibTrans" cxnId="{8FE99939-6714-4EA7-B0EA-C4EB1F5664E2}">
      <dgm:prSet/>
      <dgm:spPr/>
      <dgm:t>
        <a:bodyPr/>
        <a:lstStyle/>
        <a:p>
          <a:endParaRPr lang="en-US"/>
        </a:p>
      </dgm:t>
    </dgm:pt>
    <dgm:pt modelId="{771B2F35-D121-4C0F-91FD-0C2163744004}">
      <dgm:prSet phldrT="[Text]"/>
      <dgm:spPr/>
      <dgm:t>
        <a:bodyPr/>
        <a:lstStyle/>
        <a:p>
          <a:r>
            <a:rPr lang="en-US" dirty="0" smtClean="0"/>
            <a:t>Age</a:t>
          </a:r>
          <a:endParaRPr lang="en-US" dirty="0"/>
        </a:p>
      </dgm:t>
    </dgm:pt>
    <dgm:pt modelId="{4AAD6A48-4007-4B5A-9556-C245304319EA}" type="parTrans" cxnId="{915DCC70-6B6C-4C17-B3BA-89327F48AC81}">
      <dgm:prSet/>
      <dgm:spPr/>
      <dgm:t>
        <a:bodyPr/>
        <a:lstStyle/>
        <a:p>
          <a:endParaRPr lang="en-US"/>
        </a:p>
      </dgm:t>
    </dgm:pt>
    <dgm:pt modelId="{F92F9343-FBB7-493C-A51F-3B8C8C228259}" type="sibTrans" cxnId="{915DCC70-6B6C-4C17-B3BA-89327F48AC81}">
      <dgm:prSet/>
      <dgm:spPr/>
      <dgm:t>
        <a:bodyPr/>
        <a:lstStyle/>
        <a:p>
          <a:endParaRPr lang="en-US"/>
        </a:p>
      </dgm:t>
    </dgm:pt>
    <dgm:pt modelId="{F7DF2F08-607C-4E7D-888B-895C5DEFC8BB}">
      <dgm:prSet phldrT="[Text]"/>
      <dgm:spPr/>
      <dgm:t>
        <a:bodyPr/>
        <a:lstStyle/>
        <a:p>
          <a:r>
            <a:rPr lang="en-US" dirty="0" smtClean="0"/>
            <a:t>Course</a:t>
          </a:r>
          <a:endParaRPr lang="en-US" dirty="0"/>
        </a:p>
      </dgm:t>
    </dgm:pt>
    <dgm:pt modelId="{FA819112-F75E-4061-B2EC-EF3E7667081D}" type="parTrans" cxnId="{44BCCF79-6196-4AC8-B5AA-9E18504C4826}">
      <dgm:prSet/>
      <dgm:spPr/>
      <dgm:t>
        <a:bodyPr/>
        <a:lstStyle/>
        <a:p>
          <a:endParaRPr lang="en-US"/>
        </a:p>
      </dgm:t>
    </dgm:pt>
    <dgm:pt modelId="{FC4311D3-6EF8-49FA-B1D2-6D81625C3BD3}" type="sibTrans" cxnId="{44BCCF79-6196-4AC8-B5AA-9E18504C4826}">
      <dgm:prSet/>
      <dgm:spPr/>
      <dgm:t>
        <a:bodyPr/>
        <a:lstStyle/>
        <a:p>
          <a:endParaRPr lang="en-US"/>
        </a:p>
      </dgm:t>
    </dgm:pt>
    <dgm:pt modelId="{8E5DCB8B-B005-4B15-8870-811F12274778}">
      <dgm:prSet phldrT="[Text]"/>
      <dgm:spPr/>
      <dgm:t>
        <a:bodyPr/>
        <a:lstStyle/>
        <a:p>
          <a:r>
            <a:rPr lang="en-US" dirty="0" smtClean="0"/>
            <a:t>Fun Fact</a:t>
          </a:r>
          <a:endParaRPr lang="en-US" dirty="0"/>
        </a:p>
      </dgm:t>
    </dgm:pt>
    <dgm:pt modelId="{7CA05331-9D17-4810-9FA9-AD53BE456BE7}" type="parTrans" cxnId="{B6F162F5-6619-424C-BB19-F376DC742B3A}">
      <dgm:prSet/>
      <dgm:spPr/>
      <dgm:t>
        <a:bodyPr/>
        <a:lstStyle/>
        <a:p>
          <a:endParaRPr lang="en-US"/>
        </a:p>
      </dgm:t>
    </dgm:pt>
    <dgm:pt modelId="{6532B9ED-8FDF-4344-95C8-332260EDA422}" type="sibTrans" cxnId="{B6F162F5-6619-424C-BB19-F376DC742B3A}">
      <dgm:prSet/>
      <dgm:spPr/>
      <dgm:t>
        <a:bodyPr/>
        <a:lstStyle/>
        <a:p>
          <a:endParaRPr lang="en-US"/>
        </a:p>
      </dgm:t>
    </dgm:pt>
    <dgm:pt modelId="{318DD44D-8226-445D-8C8E-4ABD6B58B32C}">
      <dgm:prSet phldrT="[Text]"/>
      <dgm:spPr/>
      <dgm:t>
        <a:bodyPr/>
        <a:lstStyle/>
        <a:p>
          <a:r>
            <a:rPr lang="en-US" dirty="0" smtClean="0"/>
            <a:t>Why Accenture?</a:t>
          </a:r>
          <a:endParaRPr lang="en-US" dirty="0"/>
        </a:p>
      </dgm:t>
    </dgm:pt>
    <dgm:pt modelId="{0B1AAF65-225C-4813-BA7F-02A93D99DF09}" type="parTrans" cxnId="{A5797607-B143-4D62-A5A5-F86BC7C344B2}">
      <dgm:prSet/>
      <dgm:spPr/>
      <dgm:t>
        <a:bodyPr/>
        <a:lstStyle/>
        <a:p>
          <a:endParaRPr lang="en-US"/>
        </a:p>
      </dgm:t>
    </dgm:pt>
    <dgm:pt modelId="{ABCD386F-DF7C-4A37-AA33-58E959BD5139}" type="sibTrans" cxnId="{A5797607-B143-4D62-A5A5-F86BC7C344B2}">
      <dgm:prSet/>
      <dgm:spPr/>
      <dgm:t>
        <a:bodyPr/>
        <a:lstStyle/>
        <a:p>
          <a:endParaRPr lang="en-US"/>
        </a:p>
      </dgm:t>
    </dgm:pt>
    <dgm:pt modelId="{9DCD462B-1632-449A-9169-D450758D2EEF}" type="pres">
      <dgm:prSet presAssocID="{FE6D8D78-8E18-4279-AD78-C513D3514235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1EFB1C37-2C0E-4D50-AC55-9C7A252B04F1}" type="pres">
      <dgm:prSet presAssocID="{6E035ECC-94BA-48F6-9736-EC6AA015B654}" presName="composite" presStyleCnt="0"/>
      <dgm:spPr/>
    </dgm:pt>
    <dgm:pt modelId="{F3B46420-B14D-4B7F-A119-8A8328B34918}" type="pres">
      <dgm:prSet presAssocID="{6E035ECC-94BA-48F6-9736-EC6AA015B654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EA5C3F-90BB-4C55-A79F-F7D4E8E3E8BD}" type="pres">
      <dgm:prSet presAssocID="{6E035ECC-94BA-48F6-9736-EC6AA015B654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9CB955-7305-4DB0-AEA1-1FB5B691E6CD}" type="pres">
      <dgm:prSet presAssocID="{6E035ECC-94BA-48F6-9736-EC6AA015B654}" presName="BalanceSpacing" presStyleCnt="0"/>
      <dgm:spPr/>
    </dgm:pt>
    <dgm:pt modelId="{798DDAD1-EDC0-4CA5-9862-3ABDB49DB23C}" type="pres">
      <dgm:prSet presAssocID="{6E035ECC-94BA-48F6-9736-EC6AA015B654}" presName="BalanceSpacing1" presStyleCnt="0"/>
      <dgm:spPr/>
    </dgm:pt>
    <dgm:pt modelId="{0B858C58-1C66-4888-A3D2-FFEF17C89E47}" type="pres">
      <dgm:prSet presAssocID="{F3D96337-A6F9-43D5-859A-F51126499DC2}" presName="Accent1Text" presStyleLbl="node1" presStyleIdx="1" presStyleCnt="6"/>
      <dgm:spPr/>
      <dgm:t>
        <a:bodyPr/>
        <a:lstStyle/>
        <a:p>
          <a:endParaRPr lang="en-US"/>
        </a:p>
      </dgm:t>
    </dgm:pt>
    <dgm:pt modelId="{B5D01D73-A88F-40C6-BD01-0E6DF86D4D7F}" type="pres">
      <dgm:prSet presAssocID="{F3D96337-A6F9-43D5-859A-F51126499DC2}" presName="spaceBetweenRectangles" presStyleCnt="0"/>
      <dgm:spPr/>
    </dgm:pt>
    <dgm:pt modelId="{20CDB93F-1088-41B9-884F-4DD1BEF56745}" type="pres">
      <dgm:prSet presAssocID="{771B2F35-D121-4C0F-91FD-0C2163744004}" presName="composite" presStyleCnt="0"/>
      <dgm:spPr/>
    </dgm:pt>
    <dgm:pt modelId="{50A545F6-60DF-4E89-A653-BBB234F1D758}" type="pres">
      <dgm:prSet presAssocID="{771B2F35-D121-4C0F-91FD-0C2163744004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1CF8D0-763A-4EBC-B780-113D1593574F}" type="pres">
      <dgm:prSet presAssocID="{771B2F35-D121-4C0F-91FD-0C2163744004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7BAD7E-F4B8-4178-8BBB-77B99B0FBBF1}" type="pres">
      <dgm:prSet presAssocID="{771B2F35-D121-4C0F-91FD-0C2163744004}" presName="BalanceSpacing" presStyleCnt="0"/>
      <dgm:spPr/>
    </dgm:pt>
    <dgm:pt modelId="{01DBA083-EF58-4437-BBE9-F997DC313B5E}" type="pres">
      <dgm:prSet presAssocID="{771B2F35-D121-4C0F-91FD-0C2163744004}" presName="BalanceSpacing1" presStyleCnt="0"/>
      <dgm:spPr/>
    </dgm:pt>
    <dgm:pt modelId="{4A1425E4-1E13-496A-B27A-EFF0CAC57BF5}" type="pres">
      <dgm:prSet presAssocID="{F92F9343-FBB7-493C-A51F-3B8C8C228259}" presName="Accent1Text" presStyleLbl="node1" presStyleIdx="3" presStyleCnt="6"/>
      <dgm:spPr/>
      <dgm:t>
        <a:bodyPr/>
        <a:lstStyle/>
        <a:p>
          <a:endParaRPr lang="en-US"/>
        </a:p>
      </dgm:t>
    </dgm:pt>
    <dgm:pt modelId="{E4AFC421-FAB6-4031-8C21-1FED4910AA44}" type="pres">
      <dgm:prSet presAssocID="{F92F9343-FBB7-493C-A51F-3B8C8C228259}" presName="spaceBetweenRectangles" presStyleCnt="0"/>
      <dgm:spPr/>
    </dgm:pt>
    <dgm:pt modelId="{EA60081D-1A92-42D9-9ED4-AB86A71A3305}" type="pres">
      <dgm:prSet presAssocID="{8E5DCB8B-B005-4B15-8870-811F12274778}" presName="composite" presStyleCnt="0"/>
      <dgm:spPr/>
    </dgm:pt>
    <dgm:pt modelId="{FB301198-1E50-4700-A6A2-3C244F5E6F1C}" type="pres">
      <dgm:prSet presAssocID="{8E5DCB8B-B005-4B15-8870-811F12274778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D22102-061C-460B-BAC9-525B4CCFB5D0}" type="pres">
      <dgm:prSet presAssocID="{8E5DCB8B-B005-4B15-8870-811F12274778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8FDA17-3560-4859-B02A-83D5E3A931A7}" type="pres">
      <dgm:prSet presAssocID="{8E5DCB8B-B005-4B15-8870-811F12274778}" presName="BalanceSpacing" presStyleCnt="0"/>
      <dgm:spPr/>
    </dgm:pt>
    <dgm:pt modelId="{7FFCEC77-EB67-403A-A51A-2BC761399D0A}" type="pres">
      <dgm:prSet presAssocID="{8E5DCB8B-B005-4B15-8870-811F12274778}" presName="BalanceSpacing1" presStyleCnt="0"/>
      <dgm:spPr/>
    </dgm:pt>
    <dgm:pt modelId="{59D0464A-9800-48C4-A85C-CF0C4952FEDD}" type="pres">
      <dgm:prSet presAssocID="{6532B9ED-8FDF-4344-95C8-332260EDA422}" presName="Accent1Text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2EF03EEF-7FB1-4E19-9BEE-6253C014317C}" type="presOf" srcId="{6532B9ED-8FDF-4344-95C8-332260EDA422}" destId="{59D0464A-9800-48C4-A85C-CF0C4952FEDD}" srcOrd="0" destOrd="0" presId="urn:microsoft.com/office/officeart/2008/layout/AlternatingHexagons"/>
    <dgm:cxn modelId="{45047D77-B86A-4748-BD64-32F409A5098A}" type="presOf" srcId="{F3D96337-A6F9-43D5-859A-F51126499DC2}" destId="{0B858C58-1C66-4888-A3D2-FFEF17C89E47}" srcOrd="0" destOrd="0" presId="urn:microsoft.com/office/officeart/2008/layout/AlternatingHexagons"/>
    <dgm:cxn modelId="{44BCCF79-6196-4AC8-B5AA-9E18504C4826}" srcId="{771B2F35-D121-4C0F-91FD-0C2163744004}" destId="{F7DF2F08-607C-4E7D-888B-895C5DEFC8BB}" srcOrd="0" destOrd="0" parTransId="{FA819112-F75E-4061-B2EC-EF3E7667081D}" sibTransId="{FC4311D3-6EF8-49FA-B1D2-6D81625C3BD3}"/>
    <dgm:cxn modelId="{915DCC70-6B6C-4C17-B3BA-89327F48AC81}" srcId="{FE6D8D78-8E18-4279-AD78-C513D3514235}" destId="{771B2F35-D121-4C0F-91FD-0C2163744004}" srcOrd="1" destOrd="0" parTransId="{4AAD6A48-4007-4B5A-9556-C245304319EA}" sibTransId="{F92F9343-FBB7-493C-A51F-3B8C8C228259}"/>
    <dgm:cxn modelId="{8FE99939-6714-4EA7-B0EA-C4EB1F5664E2}" srcId="{6E035ECC-94BA-48F6-9736-EC6AA015B654}" destId="{6D088F07-80BC-4637-AE1E-4A3F1E35F466}" srcOrd="0" destOrd="0" parTransId="{911A142E-5FD3-4133-87A5-D572A434872B}" sibTransId="{CF2F9180-BD99-4A9A-8BCE-C77A4B9F2113}"/>
    <dgm:cxn modelId="{0935A854-B88B-4B19-820C-9689F8FAE343}" type="presOf" srcId="{6D088F07-80BC-4637-AE1E-4A3F1E35F466}" destId="{8BEA5C3F-90BB-4C55-A79F-F7D4E8E3E8BD}" srcOrd="0" destOrd="0" presId="urn:microsoft.com/office/officeart/2008/layout/AlternatingHexagons"/>
    <dgm:cxn modelId="{099E379F-7F07-47AD-BC67-45428DE1CDC7}" type="presOf" srcId="{8E5DCB8B-B005-4B15-8870-811F12274778}" destId="{FB301198-1E50-4700-A6A2-3C244F5E6F1C}" srcOrd="0" destOrd="0" presId="urn:microsoft.com/office/officeart/2008/layout/AlternatingHexagons"/>
    <dgm:cxn modelId="{A5797607-B143-4D62-A5A5-F86BC7C344B2}" srcId="{8E5DCB8B-B005-4B15-8870-811F12274778}" destId="{318DD44D-8226-445D-8C8E-4ABD6B58B32C}" srcOrd="0" destOrd="0" parTransId="{0B1AAF65-225C-4813-BA7F-02A93D99DF09}" sibTransId="{ABCD386F-DF7C-4A37-AA33-58E959BD5139}"/>
    <dgm:cxn modelId="{6446B7D8-3A7D-49B1-81B3-237224F0025F}" srcId="{FE6D8D78-8E18-4279-AD78-C513D3514235}" destId="{6E035ECC-94BA-48F6-9736-EC6AA015B654}" srcOrd="0" destOrd="0" parTransId="{59849115-6034-4EA0-B530-54F5069AEFA8}" sibTransId="{F3D96337-A6F9-43D5-859A-F51126499DC2}"/>
    <dgm:cxn modelId="{0674D1E3-8B66-4E40-8685-F7A1240C83F3}" type="presOf" srcId="{FE6D8D78-8E18-4279-AD78-C513D3514235}" destId="{9DCD462B-1632-449A-9169-D450758D2EEF}" srcOrd="0" destOrd="0" presId="urn:microsoft.com/office/officeart/2008/layout/AlternatingHexagons"/>
    <dgm:cxn modelId="{D583EE23-3655-4947-A049-800CE0ED8994}" type="presOf" srcId="{F7DF2F08-607C-4E7D-888B-895C5DEFC8BB}" destId="{A91CF8D0-763A-4EBC-B780-113D1593574F}" srcOrd="0" destOrd="0" presId="urn:microsoft.com/office/officeart/2008/layout/AlternatingHexagons"/>
    <dgm:cxn modelId="{2680A171-98CC-48F5-BC76-A5E3AD5C609E}" type="presOf" srcId="{771B2F35-D121-4C0F-91FD-0C2163744004}" destId="{50A545F6-60DF-4E89-A653-BBB234F1D758}" srcOrd="0" destOrd="0" presId="urn:microsoft.com/office/officeart/2008/layout/AlternatingHexagons"/>
    <dgm:cxn modelId="{BEBF3B10-64AE-4976-AD75-E84FB3390156}" type="presOf" srcId="{6E035ECC-94BA-48F6-9736-EC6AA015B654}" destId="{F3B46420-B14D-4B7F-A119-8A8328B34918}" srcOrd="0" destOrd="0" presId="urn:microsoft.com/office/officeart/2008/layout/AlternatingHexagons"/>
    <dgm:cxn modelId="{EDFB86D1-7B3D-4140-AEA7-2C9347550130}" type="presOf" srcId="{F92F9343-FBB7-493C-A51F-3B8C8C228259}" destId="{4A1425E4-1E13-496A-B27A-EFF0CAC57BF5}" srcOrd="0" destOrd="0" presId="urn:microsoft.com/office/officeart/2008/layout/AlternatingHexagons"/>
    <dgm:cxn modelId="{CF5D158A-6A4F-44FD-B217-5BA5299D3042}" type="presOf" srcId="{318DD44D-8226-445D-8C8E-4ABD6B58B32C}" destId="{85D22102-061C-460B-BAC9-525B4CCFB5D0}" srcOrd="0" destOrd="0" presId="urn:microsoft.com/office/officeart/2008/layout/AlternatingHexagons"/>
    <dgm:cxn modelId="{B6F162F5-6619-424C-BB19-F376DC742B3A}" srcId="{FE6D8D78-8E18-4279-AD78-C513D3514235}" destId="{8E5DCB8B-B005-4B15-8870-811F12274778}" srcOrd="2" destOrd="0" parTransId="{7CA05331-9D17-4810-9FA9-AD53BE456BE7}" sibTransId="{6532B9ED-8FDF-4344-95C8-332260EDA422}"/>
    <dgm:cxn modelId="{9E8527E1-08EE-40E4-8575-996E70B8C6D9}" type="presParOf" srcId="{9DCD462B-1632-449A-9169-D450758D2EEF}" destId="{1EFB1C37-2C0E-4D50-AC55-9C7A252B04F1}" srcOrd="0" destOrd="0" presId="urn:microsoft.com/office/officeart/2008/layout/AlternatingHexagons"/>
    <dgm:cxn modelId="{579BDF84-58B1-4F3F-B261-28C8954A3E4D}" type="presParOf" srcId="{1EFB1C37-2C0E-4D50-AC55-9C7A252B04F1}" destId="{F3B46420-B14D-4B7F-A119-8A8328B34918}" srcOrd="0" destOrd="0" presId="urn:microsoft.com/office/officeart/2008/layout/AlternatingHexagons"/>
    <dgm:cxn modelId="{57C5DF46-AFFB-4898-82AB-1D5AFDDBF9A6}" type="presParOf" srcId="{1EFB1C37-2C0E-4D50-AC55-9C7A252B04F1}" destId="{8BEA5C3F-90BB-4C55-A79F-F7D4E8E3E8BD}" srcOrd="1" destOrd="0" presId="urn:microsoft.com/office/officeart/2008/layout/AlternatingHexagons"/>
    <dgm:cxn modelId="{2CBDF593-21CF-41B1-BBAD-D1F168913AF3}" type="presParOf" srcId="{1EFB1C37-2C0E-4D50-AC55-9C7A252B04F1}" destId="{0B9CB955-7305-4DB0-AEA1-1FB5B691E6CD}" srcOrd="2" destOrd="0" presId="urn:microsoft.com/office/officeart/2008/layout/AlternatingHexagons"/>
    <dgm:cxn modelId="{AD5C6D0C-24BA-4169-BA48-596642CA8E98}" type="presParOf" srcId="{1EFB1C37-2C0E-4D50-AC55-9C7A252B04F1}" destId="{798DDAD1-EDC0-4CA5-9862-3ABDB49DB23C}" srcOrd="3" destOrd="0" presId="urn:microsoft.com/office/officeart/2008/layout/AlternatingHexagons"/>
    <dgm:cxn modelId="{8098363B-7363-48DB-8AE5-291722ADCAC1}" type="presParOf" srcId="{1EFB1C37-2C0E-4D50-AC55-9C7A252B04F1}" destId="{0B858C58-1C66-4888-A3D2-FFEF17C89E47}" srcOrd="4" destOrd="0" presId="urn:microsoft.com/office/officeart/2008/layout/AlternatingHexagons"/>
    <dgm:cxn modelId="{D721FC19-773B-4A5D-B0CA-7FA7F3D9CC2C}" type="presParOf" srcId="{9DCD462B-1632-449A-9169-D450758D2EEF}" destId="{B5D01D73-A88F-40C6-BD01-0E6DF86D4D7F}" srcOrd="1" destOrd="0" presId="urn:microsoft.com/office/officeart/2008/layout/AlternatingHexagons"/>
    <dgm:cxn modelId="{1213E269-620C-44BB-B8CB-A0E2BD955C60}" type="presParOf" srcId="{9DCD462B-1632-449A-9169-D450758D2EEF}" destId="{20CDB93F-1088-41B9-884F-4DD1BEF56745}" srcOrd="2" destOrd="0" presId="urn:microsoft.com/office/officeart/2008/layout/AlternatingHexagons"/>
    <dgm:cxn modelId="{58CE989E-7EFD-4627-A093-93FF6CF8A74F}" type="presParOf" srcId="{20CDB93F-1088-41B9-884F-4DD1BEF56745}" destId="{50A545F6-60DF-4E89-A653-BBB234F1D758}" srcOrd="0" destOrd="0" presId="urn:microsoft.com/office/officeart/2008/layout/AlternatingHexagons"/>
    <dgm:cxn modelId="{9A25D96E-0D9D-43EE-94EF-4BE1C805999B}" type="presParOf" srcId="{20CDB93F-1088-41B9-884F-4DD1BEF56745}" destId="{A91CF8D0-763A-4EBC-B780-113D1593574F}" srcOrd="1" destOrd="0" presId="urn:microsoft.com/office/officeart/2008/layout/AlternatingHexagons"/>
    <dgm:cxn modelId="{4360E6DA-8EE3-44F6-909C-F567577222FF}" type="presParOf" srcId="{20CDB93F-1088-41B9-884F-4DD1BEF56745}" destId="{667BAD7E-F4B8-4178-8BBB-77B99B0FBBF1}" srcOrd="2" destOrd="0" presId="urn:microsoft.com/office/officeart/2008/layout/AlternatingHexagons"/>
    <dgm:cxn modelId="{FCFDA849-EE0A-431D-80D6-864C9FAB5ABB}" type="presParOf" srcId="{20CDB93F-1088-41B9-884F-4DD1BEF56745}" destId="{01DBA083-EF58-4437-BBE9-F997DC313B5E}" srcOrd="3" destOrd="0" presId="urn:microsoft.com/office/officeart/2008/layout/AlternatingHexagons"/>
    <dgm:cxn modelId="{03EA8542-554F-44EE-904E-A5CCFC3D167B}" type="presParOf" srcId="{20CDB93F-1088-41B9-884F-4DD1BEF56745}" destId="{4A1425E4-1E13-496A-B27A-EFF0CAC57BF5}" srcOrd="4" destOrd="0" presId="urn:microsoft.com/office/officeart/2008/layout/AlternatingHexagons"/>
    <dgm:cxn modelId="{369DD90A-5890-47A9-BB64-0C252155656C}" type="presParOf" srcId="{9DCD462B-1632-449A-9169-D450758D2EEF}" destId="{E4AFC421-FAB6-4031-8C21-1FED4910AA44}" srcOrd="3" destOrd="0" presId="urn:microsoft.com/office/officeart/2008/layout/AlternatingHexagons"/>
    <dgm:cxn modelId="{31DECB0E-90B7-439D-89E4-D7D1E5041AF6}" type="presParOf" srcId="{9DCD462B-1632-449A-9169-D450758D2EEF}" destId="{EA60081D-1A92-42D9-9ED4-AB86A71A3305}" srcOrd="4" destOrd="0" presId="urn:microsoft.com/office/officeart/2008/layout/AlternatingHexagons"/>
    <dgm:cxn modelId="{7BDD0744-BFC2-4E12-957D-67EF476899EF}" type="presParOf" srcId="{EA60081D-1A92-42D9-9ED4-AB86A71A3305}" destId="{FB301198-1E50-4700-A6A2-3C244F5E6F1C}" srcOrd="0" destOrd="0" presId="urn:microsoft.com/office/officeart/2008/layout/AlternatingHexagons"/>
    <dgm:cxn modelId="{A4681BF8-D02F-496B-8197-5A954D85A5E0}" type="presParOf" srcId="{EA60081D-1A92-42D9-9ED4-AB86A71A3305}" destId="{85D22102-061C-460B-BAC9-525B4CCFB5D0}" srcOrd="1" destOrd="0" presId="urn:microsoft.com/office/officeart/2008/layout/AlternatingHexagons"/>
    <dgm:cxn modelId="{D1415BED-D8B6-42B9-BDF0-89D9BC27F7A3}" type="presParOf" srcId="{EA60081D-1A92-42D9-9ED4-AB86A71A3305}" destId="{CF8FDA17-3560-4859-B02A-83D5E3A931A7}" srcOrd="2" destOrd="0" presId="urn:microsoft.com/office/officeart/2008/layout/AlternatingHexagons"/>
    <dgm:cxn modelId="{CAD84F02-04D2-4C1A-82FC-AB3D5045D120}" type="presParOf" srcId="{EA60081D-1A92-42D9-9ED4-AB86A71A3305}" destId="{7FFCEC77-EB67-403A-A51A-2BC761399D0A}" srcOrd="3" destOrd="0" presId="urn:microsoft.com/office/officeart/2008/layout/AlternatingHexagons"/>
    <dgm:cxn modelId="{38C5E631-3764-4159-9621-CFDE0D544B74}" type="presParOf" srcId="{EA60081D-1A92-42D9-9ED4-AB86A71A3305}" destId="{59D0464A-9800-48C4-A85C-CF0C4952FED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E47366-CB32-4344-9369-F2C3801BF370}" type="doc">
      <dgm:prSet loTypeId="urn:microsoft.com/office/officeart/2005/8/layout/default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8FD9C42C-880E-4891-8EFF-F7383185A250}">
      <dgm:prSet phldrT="[Text]"/>
      <dgm:spPr/>
      <dgm:t>
        <a:bodyPr/>
        <a:lstStyle/>
        <a:p>
          <a:r>
            <a:rPr lang="en-US" dirty="0" smtClean="0"/>
            <a:t>Configuration Management</a:t>
          </a:r>
          <a:endParaRPr lang="en-US" dirty="0"/>
        </a:p>
      </dgm:t>
    </dgm:pt>
    <dgm:pt modelId="{7CE5A08E-3DAF-483D-92CA-27EECEC8C421}" type="parTrans" cxnId="{BCC442CD-D8F7-4ECF-9CFA-A6EEA50618CD}">
      <dgm:prSet/>
      <dgm:spPr/>
      <dgm:t>
        <a:bodyPr/>
        <a:lstStyle/>
        <a:p>
          <a:endParaRPr lang="en-US"/>
        </a:p>
      </dgm:t>
    </dgm:pt>
    <dgm:pt modelId="{BCBF7E05-E97D-4E4B-93D7-917B2ACAC5DA}" type="sibTrans" cxnId="{BCC442CD-D8F7-4ECF-9CFA-A6EEA50618CD}">
      <dgm:prSet/>
      <dgm:spPr/>
      <dgm:t>
        <a:bodyPr/>
        <a:lstStyle/>
        <a:p>
          <a:endParaRPr lang="en-US"/>
        </a:p>
      </dgm:t>
    </dgm:pt>
    <dgm:pt modelId="{A31BF36A-AB79-43E0-BB3E-D3F5B3E13676}">
      <dgm:prSet phldrT="[Text]"/>
      <dgm:spPr/>
      <dgm:t>
        <a:bodyPr/>
        <a:lstStyle/>
        <a:p>
          <a:r>
            <a:rPr lang="en-US" dirty="0" smtClean="0"/>
            <a:t>Application Lifecycle Management</a:t>
          </a:r>
          <a:endParaRPr lang="en-US" dirty="0"/>
        </a:p>
      </dgm:t>
    </dgm:pt>
    <dgm:pt modelId="{4B7F1C00-495E-46F0-B9A7-F2086E074842}" type="parTrans" cxnId="{A79E7C56-276C-435A-841C-EA56D6933110}">
      <dgm:prSet/>
      <dgm:spPr/>
      <dgm:t>
        <a:bodyPr/>
        <a:lstStyle/>
        <a:p>
          <a:endParaRPr lang="en-US"/>
        </a:p>
      </dgm:t>
    </dgm:pt>
    <dgm:pt modelId="{5947989B-FB89-4B61-8D02-21013204904B}" type="sibTrans" cxnId="{A79E7C56-276C-435A-841C-EA56D6933110}">
      <dgm:prSet/>
      <dgm:spPr/>
      <dgm:t>
        <a:bodyPr/>
        <a:lstStyle/>
        <a:p>
          <a:endParaRPr lang="en-US"/>
        </a:p>
      </dgm:t>
    </dgm:pt>
    <dgm:pt modelId="{CDBA3DB1-145B-4722-8815-F8A8A5874CC8}">
      <dgm:prSet phldrT="[Text]"/>
      <dgm:spPr/>
      <dgm:t>
        <a:bodyPr/>
        <a:lstStyle/>
        <a:p>
          <a:r>
            <a:rPr lang="en-US" dirty="0" smtClean="0"/>
            <a:t>Environment Management</a:t>
          </a:r>
          <a:endParaRPr lang="en-US" dirty="0"/>
        </a:p>
      </dgm:t>
    </dgm:pt>
    <dgm:pt modelId="{1318E07D-50CB-4391-8194-9A09E0B35C18}" type="parTrans" cxnId="{F80E71C3-9AF4-4A91-8F86-1AB5F9F6F54D}">
      <dgm:prSet/>
      <dgm:spPr/>
      <dgm:t>
        <a:bodyPr/>
        <a:lstStyle/>
        <a:p>
          <a:endParaRPr lang="en-US"/>
        </a:p>
      </dgm:t>
    </dgm:pt>
    <dgm:pt modelId="{34E58EF6-1799-47BE-AD7C-429A20236F95}" type="sibTrans" cxnId="{F80E71C3-9AF4-4A91-8F86-1AB5F9F6F54D}">
      <dgm:prSet/>
      <dgm:spPr/>
      <dgm:t>
        <a:bodyPr/>
        <a:lstStyle/>
        <a:p>
          <a:endParaRPr lang="en-US"/>
        </a:p>
      </dgm:t>
    </dgm:pt>
    <dgm:pt modelId="{A7D7EAB2-2699-4A93-A57A-0345738ABAF6}">
      <dgm:prSet phldrT="[Text]"/>
      <dgm:spPr/>
      <dgm:t>
        <a:bodyPr/>
        <a:lstStyle/>
        <a:p>
          <a:r>
            <a:rPr lang="en-US" dirty="0" smtClean="0"/>
            <a:t>Tooling</a:t>
          </a:r>
          <a:endParaRPr lang="en-US" dirty="0"/>
        </a:p>
      </dgm:t>
    </dgm:pt>
    <dgm:pt modelId="{5C6B8026-93BD-4E44-BBD6-4587C2A7219F}" type="parTrans" cxnId="{6D864AED-BFEB-460B-87D8-0527773B6897}">
      <dgm:prSet/>
      <dgm:spPr/>
      <dgm:t>
        <a:bodyPr/>
        <a:lstStyle/>
        <a:p>
          <a:endParaRPr lang="en-US"/>
        </a:p>
      </dgm:t>
    </dgm:pt>
    <dgm:pt modelId="{78193645-D73C-4544-A2F0-CDEF501D5F22}" type="sibTrans" cxnId="{6D864AED-BFEB-460B-87D8-0527773B6897}">
      <dgm:prSet/>
      <dgm:spPr/>
      <dgm:t>
        <a:bodyPr/>
        <a:lstStyle/>
        <a:p>
          <a:endParaRPr lang="en-US"/>
        </a:p>
      </dgm:t>
    </dgm:pt>
    <dgm:pt modelId="{2C2698D2-9CE5-4354-A059-1DEC692F3F9C}">
      <dgm:prSet phldrT="[Text]"/>
      <dgm:spPr/>
      <dgm:t>
        <a:bodyPr/>
        <a:lstStyle/>
        <a:p>
          <a:r>
            <a:rPr lang="en-US" dirty="0" smtClean="0"/>
            <a:t>Software and Infrastructure Automation</a:t>
          </a:r>
          <a:endParaRPr lang="en-US" dirty="0"/>
        </a:p>
      </dgm:t>
    </dgm:pt>
    <dgm:pt modelId="{38CE973F-CC1D-4448-8FA5-65943591FCA3}" type="parTrans" cxnId="{2E401554-2337-42B3-989E-F44F82C0477E}">
      <dgm:prSet/>
      <dgm:spPr/>
      <dgm:t>
        <a:bodyPr/>
        <a:lstStyle/>
        <a:p>
          <a:endParaRPr lang="en-US"/>
        </a:p>
      </dgm:t>
    </dgm:pt>
    <dgm:pt modelId="{B526F5E1-EF4C-4B41-9086-0FB742DFF0D6}" type="sibTrans" cxnId="{2E401554-2337-42B3-989E-F44F82C0477E}">
      <dgm:prSet/>
      <dgm:spPr/>
      <dgm:t>
        <a:bodyPr/>
        <a:lstStyle/>
        <a:p>
          <a:endParaRPr lang="en-US"/>
        </a:p>
      </dgm:t>
    </dgm:pt>
    <dgm:pt modelId="{A8900183-3D09-458B-B1F4-CBA9D3250028}" type="pres">
      <dgm:prSet presAssocID="{25E47366-CB32-4344-9369-F2C3801BF37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B827F8-64DA-4384-B922-3AE39A1ED0CE}" type="pres">
      <dgm:prSet presAssocID="{8FD9C42C-880E-4891-8EFF-F7383185A25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B7694F-288F-4D93-B925-C8C4CA0EF3CF}" type="pres">
      <dgm:prSet presAssocID="{BCBF7E05-E97D-4E4B-93D7-917B2ACAC5DA}" presName="sibTrans" presStyleCnt="0"/>
      <dgm:spPr/>
    </dgm:pt>
    <dgm:pt modelId="{93FE8A77-DCBE-47CD-B48D-2925F194FBD0}" type="pres">
      <dgm:prSet presAssocID="{A31BF36A-AB79-43E0-BB3E-D3F5B3E1367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7F224-2BCE-48A3-AEA1-75CBECE59294}" type="pres">
      <dgm:prSet presAssocID="{5947989B-FB89-4B61-8D02-21013204904B}" presName="sibTrans" presStyleCnt="0"/>
      <dgm:spPr/>
    </dgm:pt>
    <dgm:pt modelId="{186365DA-504B-4C36-827D-00BD63FE0A10}" type="pres">
      <dgm:prSet presAssocID="{CDBA3DB1-145B-4722-8815-F8A8A5874CC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2DD073-7753-4DCF-A56B-0AFA05DA73F1}" type="pres">
      <dgm:prSet presAssocID="{34E58EF6-1799-47BE-AD7C-429A20236F95}" presName="sibTrans" presStyleCnt="0"/>
      <dgm:spPr/>
    </dgm:pt>
    <dgm:pt modelId="{8430B42C-74C3-4A2B-ADEC-C9B02F43D226}" type="pres">
      <dgm:prSet presAssocID="{A7D7EAB2-2699-4A93-A57A-0345738ABAF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983741-8013-43C9-8CBE-989E5525E046}" type="pres">
      <dgm:prSet presAssocID="{78193645-D73C-4544-A2F0-CDEF501D5F22}" presName="sibTrans" presStyleCnt="0"/>
      <dgm:spPr/>
    </dgm:pt>
    <dgm:pt modelId="{647C8094-740C-4B62-8D0F-A1EA2FD8ED56}" type="pres">
      <dgm:prSet presAssocID="{2C2698D2-9CE5-4354-A059-1DEC692F3F9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348A313-479A-4D03-BC93-5C13A667509B}" type="presOf" srcId="{A31BF36A-AB79-43E0-BB3E-D3F5B3E13676}" destId="{93FE8A77-DCBE-47CD-B48D-2925F194FBD0}" srcOrd="0" destOrd="0" presId="urn:microsoft.com/office/officeart/2005/8/layout/default"/>
    <dgm:cxn modelId="{6D864AED-BFEB-460B-87D8-0527773B6897}" srcId="{25E47366-CB32-4344-9369-F2C3801BF370}" destId="{A7D7EAB2-2699-4A93-A57A-0345738ABAF6}" srcOrd="3" destOrd="0" parTransId="{5C6B8026-93BD-4E44-BBD6-4587C2A7219F}" sibTransId="{78193645-D73C-4544-A2F0-CDEF501D5F22}"/>
    <dgm:cxn modelId="{2E401554-2337-42B3-989E-F44F82C0477E}" srcId="{25E47366-CB32-4344-9369-F2C3801BF370}" destId="{2C2698D2-9CE5-4354-A059-1DEC692F3F9C}" srcOrd="4" destOrd="0" parTransId="{38CE973F-CC1D-4448-8FA5-65943591FCA3}" sibTransId="{B526F5E1-EF4C-4B41-9086-0FB742DFF0D6}"/>
    <dgm:cxn modelId="{BCC442CD-D8F7-4ECF-9CFA-A6EEA50618CD}" srcId="{25E47366-CB32-4344-9369-F2C3801BF370}" destId="{8FD9C42C-880E-4891-8EFF-F7383185A250}" srcOrd="0" destOrd="0" parTransId="{7CE5A08E-3DAF-483D-92CA-27EECEC8C421}" sibTransId="{BCBF7E05-E97D-4E4B-93D7-917B2ACAC5DA}"/>
    <dgm:cxn modelId="{F80E71C3-9AF4-4A91-8F86-1AB5F9F6F54D}" srcId="{25E47366-CB32-4344-9369-F2C3801BF370}" destId="{CDBA3DB1-145B-4722-8815-F8A8A5874CC8}" srcOrd="2" destOrd="0" parTransId="{1318E07D-50CB-4391-8194-9A09E0B35C18}" sibTransId="{34E58EF6-1799-47BE-AD7C-429A20236F95}"/>
    <dgm:cxn modelId="{7043AEF4-46DD-424B-B685-946248FE9E6C}" type="presOf" srcId="{A7D7EAB2-2699-4A93-A57A-0345738ABAF6}" destId="{8430B42C-74C3-4A2B-ADEC-C9B02F43D226}" srcOrd="0" destOrd="0" presId="urn:microsoft.com/office/officeart/2005/8/layout/default"/>
    <dgm:cxn modelId="{B68C2A2E-0DC5-4312-9C1A-11209CB3BB4A}" type="presOf" srcId="{8FD9C42C-880E-4891-8EFF-F7383185A250}" destId="{B3B827F8-64DA-4384-B922-3AE39A1ED0CE}" srcOrd="0" destOrd="0" presId="urn:microsoft.com/office/officeart/2005/8/layout/default"/>
    <dgm:cxn modelId="{BAD33B85-2E33-4EED-BD7F-013AC9C55255}" type="presOf" srcId="{2C2698D2-9CE5-4354-A059-1DEC692F3F9C}" destId="{647C8094-740C-4B62-8D0F-A1EA2FD8ED56}" srcOrd="0" destOrd="0" presId="urn:microsoft.com/office/officeart/2005/8/layout/default"/>
    <dgm:cxn modelId="{85DE1C7E-E770-44B1-B81F-D0A822573365}" type="presOf" srcId="{25E47366-CB32-4344-9369-F2C3801BF370}" destId="{A8900183-3D09-458B-B1F4-CBA9D3250028}" srcOrd="0" destOrd="0" presId="urn:microsoft.com/office/officeart/2005/8/layout/default"/>
    <dgm:cxn modelId="{35889BBF-1C8B-449C-9547-2002CEA7987B}" type="presOf" srcId="{CDBA3DB1-145B-4722-8815-F8A8A5874CC8}" destId="{186365DA-504B-4C36-827D-00BD63FE0A10}" srcOrd="0" destOrd="0" presId="urn:microsoft.com/office/officeart/2005/8/layout/default"/>
    <dgm:cxn modelId="{A79E7C56-276C-435A-841C-EA56D6933110}" srcId="{25E47366-CB32-4344-9369-F2C3801BF370}" destId="{A31BF36A-AB79-43E0-BB3E-D3F5B3E13676}" srcOrd="1" destOrd="0" parTransId="{4B7F1C00-495E-46F0-B9A7-F2086E074842}" sibTransId="{5947989B-FB89-4B61-8D02-21013204904B}"/>
    <dgm:cxn modelId="{0C950FFC-9227-402E-8D36-0C139A4D8FB8}" type="presParOf" srcId="{A8900183-3D09-458B-B1F4-CBA9D3250028}" destId="{B3B827F8-64DA-4384-B922-3AE39A1ED0CE}" srcOrd="0" destOrd="0" presId="urn:microsoft.com/office/officeart/2005/8/layout/default"/>
    <dgm:cxn modelId="{E818A7BD-998F-4780-BDA4-A8937C2C0FDD}" type="presParOf" srcId="{A8900183-3D09-458B-B1F4-CBA9D3250028}" destId="{4CB7694F-288F-4D93-B925-C8C4CA0EF3CF}" srcOrd="1" destOrd="0" presId="urn:microsoft.com/office/officeart/2005/8/layout/default"/>
    <dgm:cxn modelId="{B668F9CB-95A5-467F-835E-B54C79CE2711}" type="presParOf" srcId="{A8900183-3D09-458B-B1F4-CBA9D3250028}" destId="{93FE8A77-DCBE-47CD-B48D-2925F194FBD0}" srcOrd="2" destOrd="0" presId="urn:microsoft.com/office/officeart/2005/8/layout/default"/>
    <dgm:cxn modelId="{316F7888-65EA-4227-9623-31E22224BD8C}" type="presParOf" srcId="{A8900183-3D09-458B-B1F4-CBA9D3250028}" destId="{F347F224-2BCE-48A3-AEA1-75CBECE59294}" srcOrd="3" destOrd="0" presId="urn:microsoft.com/office/officeart/2005/8/layout/default"/>
    <dgm:cxn modelId="{6C6F995D-DED9-42B5-B123-C268807F14C5}" type="presParOf" srcId="{A8900183-3D09-458B-B1F4-CBA9D3250028}" destId="{186365DA-504B-4C36-827D-00BD63FE0A10}" srcOrd="4" destOrd="0" presId="urn:microsoft.com/office/officeart/2005/8/layout/default"/>
    <dgm:cxn modelId="{8DD26E55-8DA2-4873-87AB-D226A2EE8092}" type="presParOf" srcId="{A8900183-3D09-458B-B1F4-CBA9D3250028}" destId="{222DD073-7753-4DCF-A56B-0AFA05DA73F1}" srcOrd="5" destOrd="0" presId="urn:microsoft.com/office/officeart/2005/8/layout/default"/>
    <dgm:cxn modelId="{9C105CB2-C59A-4007-A734-74F2C34A8D20}" type="presParOf" srcId="{A8900183-3D09-458B-B1F4-CBA9D3250028}" destId="{8430B42C-74C3-4A2B-ADEC-C9B02F43D226}" srcOrd="6" destOrd="0" presId="urn:microsoft.com/office/officeart/2005/8/layout/default"/>
    <dgm:cxn modelId="{A2DA4573-48C5-4E1E-96C3-4B1B0E447CC5}" type="presParOf" srcId="{A8900183-3D09-458B-B1F4-CBA9D3250028}" destId="{24983741-8013-43C9-8CBE-989E5525E046}" srcOrd="7" destOrd="0" presId="urn:microsoft.com/office/officeart/2005/8/layout/default"/>
    <dgm:cxn modelId="{0D07963A-73BA-4FD9-A057-FA31F2F49968}" type="presParOf" srcId="{A8900183-3D09-458B-B1F4-CBA9D3250028}" destId="{647C8094-740C-4B62-8D0F-A1EA2FD8ED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DC2C9-A436-4A21-BB4F-98851C09BEC0}">
      <dsp:nvSpPr>
        <dsp:cNvPr id="0" name=""/>
        <dsp:cNvSpPr/>
      </dsp:nvSpPr>
      <dsp:spPr>
        <a:xfrm>
          <a:off x="-5098721" y="-781088"/>
          <a:ext cx="6071990" cy="6071990"/>
        </a:xfrm>
        <a:prstGeom prst="blockArc">
          <a:avLst>
            <a:gd name="adj1" fmla="val 18900000"/>
            <a:gd name="adj2" fmla="val 2700000"/>
            <a:gd name="adj3" fmla="val 356"/>
          </a:avLst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B2D5E-76F3-4A46-90AB-C038DFE7062C}">
      <dsp:nvSpPr>
        <dsp:cNvPr id="0" name=""/>
        <dsp:cNvSpPr/>
      </dsp:nvSpPr>
      <dsp:spPr>
        <a:xfrm>
          <a:off x="425734" y="281773"/>
          <a:ext cx="7132038" cy="563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7601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Introduction</a:t>
          </a:r>
          <a:endParaRPr lang="en-US" sz="3000" kern="1200" dirty="0"/>
        </a:p>
      </dsp:txBody>
      <dsp:txXfrm>
        <a:off x="425734" y="281773"/>
        <a:ext cx="7132038" cy="563907"/>
      </dsp:txXfrm>
    </dsp:sp>
    <dsp:sp modelId="{95286BC6-8A01-4E23-BC81-25616F6AEA2E}">
      <dsp:nvSpPr>
        <dsp:cNvPr id="0" name=""/>
        <dsp:cNvSpPr/>
      </dsp:nvSpPr>
      <dsp:spPr>
        <a:xfrm>
          <a:off x="73292" y="211284"/>
          <a:ext cx="704883" cy="7048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3A069-A94D-4A7A-85FF-0AB911D6A2BD}">
      <dsp:nvSpPr>
        <dsp:cNvPr id="0" name=""/>
        <dsp:cNvSpPr/>
      </dsp:nvSpPr>
      <dsp:spPr>
        <a:xfrm>
          <a:off x="829813" y="1127363"/>
          <a:ext cx="6727958" cy="563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7601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Review: What is DevOps?</a:t>
          </a:r>
          <a:endParaRPr lang="en-US" sz="3000" kern="1200" dirty="0"/>
        </a:p>
      </dsp:txBody>
      <dsp:txXfrm>
        <a:off x="829813" y="1127363"/>
        <a:ext cx="6727958" cy="563907"/>
      </dsp:txXfrm>
    </dsp:sp>
    <dsp:sp modelId="{0A40A706-15BA-43C2-BA78-339FA3ABE116}">
      <dsp:nvSpPr>
        <dsp:cNvPr id="0" name=""/>
        <dsp:cNvSpPr/>
      </dsp:nvSpPr>
      <dsp:spPr>
        <a:xfrm>
          <a:off x="477371" y="1056874"/>
          <a:ext cx="704883" cy="7048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F9468-FFD3-426C-AF0B-10046D11B97F}">
      <dsp:nvSpPr>
        <dsp:cNvPr id="0" name=""/>
        <dsp:cNvSpPr/>
      </dsp:nvSpPr>
      <dsp:spPr>
        <a:xfrm>
          <a:off x="953833" y="1972953"/>
          <a:ext cx="6603938" cy="563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7601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Continuous Integration</a:t>
          </a:r>
          <a:endParaRPr lang="en-US" sz="3000" kern="1200" dirty="0"/>
        </a:p>
      </dsp:txBody>
      <dsp:txXfrm>
        <a:off x="953833" y="1972953"/>
        <a:ext cx="6603938" cy="563907"/>
      </dsp:txXfrm>
    </dsp:sp>
    <dsp:sp modelId="{305D8EBE-2E29-4036-97C7-0CA0D04FC4AF}">
      <dsp:nvSpPr>
        <dsp:cNvPr id="0" name=""/>
        <dsp:cNvSpPr/>
      </dsp:nvSpPr>
      <dsp:spPr>
        <a:xfrm>
          <a:off x="601391" y="1902465"/>
          <a:ext cx="704883" cy="7048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ED971-918A-4E1B-859D-0503CE0D96DC}">
      <dsp:nvSpPr>
        <dsp:cNvPr id="0" name=""/>
        <dsp:cNvSpPr/>
      </dsp:nvSpPr>
      <dsp:spPr>
        <a:xfrm>
          <a:off x="829813" y="2818543"/>
          <a:ext cx="6727958" cy="563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7601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Continuous Deployment</a:t>
          </a:r>
          <a:endParaRPr lang="en-US" sz="3000" kern="1200" dirty="0"/>
        </a:p>
      </dsp:txBody>
      <dsp:txXfrm>
        <a:off x="829813" y="2818543"/>
        <a:ext cx="6727958" cy="563907"/>
      </dsp:txXfrm>
    </dsp:sp>
    <dsp:sp modelId="{2DE51227-D0CA-4544-BF66-52A9FED852B1}">
      <dsp:nvSpPr>
        <dsp:cNvPr id="0" name=""/>
        <dsp:cNvSpPr/>
      </dsp:nvSpPr>
      <dsp:spPr>
        <a:xfrm>
          <a:off x="477371" y="2748055"/>
          <a:ext cx="704883" cy="7048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112C6-A2D8-42BC-A228-85868CB5DB2A}">
      <dsp:nvSpPr>
        <dsp:cNvPr id="0" name=""/>
        <dsp:cNvSpPr/>
      </dsp:nvSpPr>
      <dsp:spPr>
        <a:xfrm>
          <a:off x="425734" y="3664133"/>
          <a:ext cx="7132038" cy="56390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7601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DevOps Tools</a:t>
          </a:r>
          <a:endParaRPr lang="en-US" sz="3000" kern="1200" dirty="0"/>
        </a:p>
      </dsp:txBody>
      <dsp:txXfrm>
        <a:off x="425734" y="3664133"/>
        <a:ext cx="7132038" cy="563907"/>
      </dsp:txXfrm>
    </dsp:sp>
    <dsp:sp modelId="{AF4AC6BF-813E-411F-A07D-8311A96F8BE2}">
      <dsp:nvSpPr>
        <dsp:cNvPr id="0" name=""/>
        <dsp:cNvSpPr/>
      </dsp:nvSpPr>
      <dsp:spPr>
        <a:xfrm>
          <a:off x="73292" y="3593645"/>
          <a:ext cx="704883" cy="7048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46420-B14D-4B7F-A119-8A8328B34918}">
      <dsp:nvSpPr>
        <dsp:cNvPr id="0" name=""/>
        <dsp:cNvSpPr/>
      </dsp:nvSpPr>
      <dsp:spPr>
        <a:xfrm rot="5400000">
          <a:off x="2992522" y="114213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Name</a:t>
          </a:r>
          <a:endParaRPr lang="en-US" sz="2500" kern="1200" dirty="0"/>
        </a:p>
      </dsp:txBody>
      <dsp:txXfrm rot="-5400000">
        <a:off x="3344216" y="273483"/>
        <a:ext cx="1050041" cy="1206943"/>
      </dsp:txXfrm>
    </dsp:sp>
    <dsp:sp modelId="{8BEA5C3F-90BB-4C55-A79F-F7D4E8E3E8BD}">
      <dsp:nvSpPr>
        <dsp:cNvPr id="0" name=""/>
        <dsp:cNvSpPr/>
      </dsp:nvSpPr>
      <dsp:spPr>
        <a:xfrm>
          <a:off x="4678269" y="350926"/>
          <a:ext cx="1956826" cy="1052057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School Graduated</a:t>
          </a:r>
          <a:endParaRPr lang="en-US" sz="2500" kern="1200" dirty="0"/>
        </a:p>
      </dsp:txBody>
      <dsp:txXfrm>
        <a:off x="4678269" y="350926"/>
        <a:ext cx="1956826" cy="1052057"/>
      </dsp:txXfrm>
    </dsp:sp>
    <dsp:sp modelId="{0B858C58-1C66-4888-A3D2-FFEF17C89E47}">
      <dsp:nvSpPr>
        <dsp:cNvPr id="0" name=""/>
        <dsp:cNvSpPr/>
      </dsp:nvSpPr>
      <dsp:spPr>
        <a:xfrm rot="5400000">
          <a:off x="1345000" y="114213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2639969"/>
            <a:satOff val="0"/>
            <a:lumOff val="600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696694" y="273483"/>
        <a:ext cx="1050041" cy="1206943"/>
      </dsp:txXfrm>
    </dsp:sp>
    <dsp:sp modelId="{50A545F6-60DF-4E89-A653-BBB234F1D758}">
      <dsp:nvSpPr>
        <dsp:cNvPr id="0" name=""/>
        <dsp:cNvSpPr/>
      </dsp:nvSpPr>
      <dsp:spPr>
        <a:xfrm rot="5400000">
          <a:off x="2165605" y="1602523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5279937"/>
            <a:satOff val="0"/>
            <a:lumOff val="1200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Age</a:t>
          </a:r>
          <a:endParaRPr lang="en-US" sz="2500" kern="1200" dirty="0"/>
        </a:p>
      </dsp:txBody>
      <dsp:txXfrm rot="-5400000">
        <a:off x="2517299" y="1761793"/>
        <a:ext cx="1050041" cy="1206943"/>
      </dsp:txXfrm>
    </dsp:sp>
    <dsp:sp modelId="{A91CF8D0-763A-4EBC-B780-113D1593574F}">
      <dsp:nvSpPr>
        <dsp:cNvPr id="0" name=""/>
        <dsp:cNvSpPr/>
      </dsp:nvSpPr>
      <dsp:spPr>
        <a:xfrm>
          <a:off x="322751" y="1839236"/>
          <a:ext cx="1893703" cy="1052057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Course</a:t>
          </a:r>
          <a:endParaRPr lang="en-US" sz="2500" kern="1200" dirty="0"/>
        </a:p>
      </dsp:txBody>
      <dsp:txXfrm>
        <a:off x="322751" y="1839236"/>
        <a:ext cx="1893703" cy="1052057"/>
      </dsp:txXfrm>
    </dsp:sp>
    <dsp:sp modelId="{4A1425E4-1E13-496A-B27A-EFF0CAC57BF5}">
      <dsp:nvSpPr>
        <dsp:cNvPr id="0" name=""/>
        <dsp:cNvSpPr/>
      </dsp:nvSpPr>
      <dsp:spPr>
        <a:xfrm rot="5400000">
          <a:off x="3813127" y="1602523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7919907"/>
            <a:satOff val="0"/>
            <a:lumOff val="1800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4164821" y="1761793"/>
        <a:ext cx="1050041" cy="1206943"/>
      </dsp:txXfrm>
    </dsp:sp>
    <dsp:sp modelId="{FB301198-1E50-4700-A6A2-3C244F5E6F1C}">
      <dsp:nvSpPr>
        <dsp:cNvPr id="0" name=""/>
        <dsp:cNvSpPr/>
      </dsp:nvSpPr>
      <dsp:spPr>
        <a:xfrm rot="5400000">
          <a:off x="2992522" y="3090834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10559875"/>
            <a:satOff val="0"/>
            <a:lumOff val="2400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Fun Fact</a:t>
          </a:r>
          <a:endParaRPr lang="en-US" sz="2500" kern="1200" dirty="0"/>
        </a:p>
      </dsp:txBody>
      <dsp:txXfrm rot="-5400000">
        <a:off x="3344216" y="3250104"/>
        <a:ext cx="1050041" cy="1206943"/>
      </dsp:txXfrm>
    </dsp:sp>
    <dsp:sp modelId="{85D22102-061C-460B-BAC9-525B4CCFB5D0}">
      <dsp:nvSpPr>
        <dsp:cNvPr id="0" name=""/>
        <dsp:cNvSpPr/>
      </dsp:nvSpPr>
      <dsp:spPr>
        <a:xfrm>
          <a:off x="4678269" y="3327547"/>
          <a:ext cx="1956826" cy="1052057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Why Accenture?</a:t>
          </a:r>
          <a:endParaRPr lang="en-US" sz="2500" kern="1200" dirty="0"/>
        </a:p>
      </dsp:txBody>
      <dsp:txXfrm>
        <a:off x="4678269" y="3327547"/>
        <a:ext cx="1956826" cy="1052057"/>
      </dsp:txXfrm>
    </dsp:sp>
    <dsp:sp modelId="{59D0464A-9800-48C4-A85C-CF0C4952FEDD}">
      <dsp:nvSpPr>
        <dsp:cNvPr id="0" name=""/>
        <dsp:cNvSpPr/>
      </dsp:nvSpPr>
      <dsp:spPr>
        <a:xfrm rot="5400000">
          <a:off x="1345000" y="3090834"/>
          <a:ext cx="1753429" cy="1525483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13199843"/>
            <a:satOff val="0"/>
            <a:lumOff val="3000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1696694" y="3250104"/>
        <a:ext cx="1050041" cy="1206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827F8-64DA-4384-B922-3AE39A1ED0CE}">
      <dsp:nvSpPr>
        <dsp:cNvPr id="0" name=""/>
        <dsp:cNvSpPr/>
      </dsp:nvSpPr>
      <dsp:spPr>
        <a:xfrm>
          <a:off x="0" y="674305"/>
          <a:ext cx="2387819" cy="1432691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Configuration Management</a:t>
          </a:r>
          <a:endParaRPr lang="en-US" sz="2800" kern="1200" dirty="0"/>
        </a:p>
      </dsp:txBody>
      <dsp:txXfrm>
        <a:off x="0" y="674305"/>
        <a:ext cx="2387819" cy="1432691"/>
      </dsp:txXfrm>
    </dsp:sp>
    <dsp:sp modelId="{93FE8A77-DCBE-47CD-B48D-2925F194FBD0}">
      <dsp:nvSpPr>
        <dsp:cNvPr id="0" name=""/>
        <dsp:cNvSpPr/>
      </dsp:nvSpPr>
      <dsp:spPr>
        <a:xfrm>
          <a:off x="2626600" y="674305"/>
          <a:ext cx="2387819" cy="1432691"/>
        </a:xfrm>
        <a:prstGeom prst="rect">
          <a:avLst/>
        </a:prstGeom>
        <a:solidFill>
          <a:schemeClr val="accent3">
            <a:shade val="80000"/>
            <a:hueOff val="50490"/>
            <a:satOff val="269"/>
            <a:lumOff val="578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Application Lifecycle Management</a:t>
          </a:r>
          <a:endParaRPr lang="en-US" sz="2800" kern="1200" dirty="0"/>
        </a:p>
      </dsp:txBody>
      <dsp:txXfrm>
        <a:off x="2626600" y="674305"/>
        <a:ext cx="2387819" cy="1432691"/>
      </dsp:txXfrm>
    </dsp:sp>
    <dsp:sp modelId="{186365DA-504B-4C36-827D-00BD63FE0A10}">
      <dsp:nvSpPr>
        <dsp:cNvPr id="0" name=""/>
        <dsp:cNvSpPr/>
      </dsp:nvSpPr>
      <dsp:spPr>
        <a:xfrm>
          <a:off x="5253201" y="674305"/>
          <a:ext cx="2387819" cy="1432691"/>
        </a:xfrm>
        <a:prstGeom prst="rect">
          <a:avLst/>
        </a:prstGeom>
        <a:solidFill>
          <a:schemeClr val="accent3">
            <a:shade val="80000"/>
            <a:hueOff val="100979"/>
            <a:satOff val="538"/>
            <a:lumOff val="1156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Environment Management</a:t>
          </a:r>
          <a:endParaRPr lang="en-US" sz="2800" kern="1200" dirty="0"/>
        </a:p>
      </dsp:txBody>
      <dsp:txXfrm>
        <a:off x="5253201" y="674305"/>
        <a:ext cx="2387819" cy="1432691"/>
      </dsp:txXfrm>
    </dsp:sp>
    <dsp:sp modelId="{8430B42C-74C3-4A2B-ADEC-C9B02F43D226}">
      <dsp:nvSpPr>
        <dsp:cNvPr id="0" name=""/>
        <dsp:cNvSpPr/>
      </dsp:nvSpPr>
      <dsp:spPr>
        <a:xfrm>
          <a:off x="1313300" y="2345778"/>
          <a:ext cx="2387819" cy="1432691"/>
        </a:xfrm>
        <a:prstGeom prst="rect">
          <a:avLst/>
        </a:prstGeom>
        <a:solidFill>
          <a:schemeClr val="accent3">
            <a:shade val="80000"/>
            <a:hueOff val="151469"/>
            <a:satOff val="808"/>
            <a:lumOff val="1734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Tooling</a:t>
          </a:r>
          <a:endParaRPr lang="en-US" sz="2800" kern="1200" dirty="0"/>
        </a:p>
      </dsp:txBody>
      <dsp:txXfrm>
        <a:off x="1313300" y="2345778"/>
        <a:ext cx="2387819" cy="1432691"/>
      </dsp:txXfrm>
    </dsp:sp>
    <dsp:sp modelId="{647C8094-740C-4B62-8D0F-A1EA2FD8ED56}">
      <dsp:nvSpPr>
        <dsp:cNvPr id="0" name=""/>
        <dsp:cNvSpPr/>
      </dsp:nvSpPr>
      <dsp:spPr>
        <a:xfrm>
          <a:off x="3939901" y="2345778"/>
          <a:ext cx="2387819" cy="1432691"/>
        </a:xfrm>
        <a:prstGeom prst="rect">
          <a:avLst/>
        </a:prstGeom>
        <a:solidFill>
          <a:schemeClr val="accent3">
            <a:shade val="80000"/>
            <a:hueOff val="201959"/>
            <a:satOff val="1077"/>
            <a:lumOff val="2312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Software and Infrastructure Automation</a:t>
          </a:r>
          <a:endParaRPr lang="en-US" sz="2800" kern="1200" dirty="0"/>
        </a:p>
      </dsp:txBody>
      <dsp:txXfrm>
        <a:off x="3939901" y="2345778"/>
        <a:ext cx="2387819" cy="1432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67084"/>
            <a:ext cx="33988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200" b="0"/>
            </a:lvl1pPr>
          </a:lstStyle>
          <a:p>
            <a:r>
              <a:rPr lang="en-US" sz="1000" dirty="0"/>
              <a:t>Products: Automotive, Industrial, Infrastructure &amp; Travel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6708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/>
            </a:lvl1pPr>
          </a:lstStyle>
          <a:p>
            <a:fld id="{3E82913B-684B-45AA-BEFB-87506F44402E}" type="datetime1">
              <a:rPr lang="en-US" sz="1000"/>
              <a:pPr/>
              <a:t>8/17/2016</a:t>
            </a:fld>
            <a:endParaRPr lang="en-US" sz="1000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3007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200" b="0"/>
            </a:lvl1pPr>
          </a:lstStyle>
          <a:p>
            <a:r>
              <a:rPr lang="en-US" sz="1000" dirty="0"/>
              <a:t>Copyright © 2009 Accenture All Rights Reserved.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363007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/>
            </a:lvl1pPr>
          </a:lstStyle>
          <a:p>
            <a:fld id="{FA028DC5-776A-458E-8C28-9823E1AC2C40}" type="slidenum">
              <a:rPr lang="en-US" sz="100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8576013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67084"/>
            <a:ext cx="33988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000" b="0"/>
            </a:lvl1pPr>
          </a:lstStyle>
          <a:p>
            <a:r>
              <a:rPr lang="en-US" dirty="0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6708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000" b="0"/>
            </a:lvl1pPr>
          </a:lstStyle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3007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000" b="0"/>
            </a:lvl1pPr>
          </a:lstStyle>
          <a:p>
            <a:r>
              <a:rPr lang="en-US" dirty="0" smtClean="0"/>
              <a:t>Copyright © 2009 Accenture All Rights Reserved.</a:t>
            </a:r>
            <a:endParaRPr lang="en-US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363007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000" b="0"/>
            </a:lvl1pPr>
          </a:lstStyle>
          <a:p>
            <a:fld id="{AA9165B6-BC07-4CA1-B14C-0486958E4C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3209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14300" indent="-114300" algn="l" rtl="0" fontAlgn="base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228600" indent="-114300" algn="l" rtl="0" fontAlgn="base">
      <a:spcBef>
        <a:spcPct val="30000"/>
      </a:spcBef>
      <a:spcAft>
        <a:spcPct val="0"/>
      </a:spcAft>
      <a:buFont typeface="Arial" pitchFamily="34" charset="0"/>
      <a:buChar char="–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342900" indent="-114300" algn="l" rtl="0" fontAlgn="base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457200" indent="-114300" algn="l" rtl="0" fontAlgn="base">
      <a:spcBef>
        <a:spcPct val="30000"/>
      </a:spcBef>
      <a:spcAft>
        <a:spcPct val="0"/>
      </a:spcAft>
      <a:buFont typeface="Arial" pitchFamily="34" charset="0"/>
      <a:buChar char="–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571500" indent="-114300" algn="l" rtl="0" fontAlgn="base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2A009A-C4AC-4274-BCC6-35D100FBA777}" type="slidenum">
              <a:rPr lang="en-US"/>
              <a:pPr/>
              <a:t>0</a:t>
            </a:fld>
            <a:endParaRPr lang="en-US" dirty="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4113" cy="3722687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90537BA-9856-4466-9DAC-8C24BD0BD89A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© 2009 Accenture All Rights Reserved.</a:t>
            </a:r>
            <a:endParaRPr lang="en-US" dirty="0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 dirty="0" smtClean="0"/>
              <a:t>Quality &amp; Client Satisfaction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0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CC9EA0-44CE-4833-B605-3A097C756F49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2950"/>
            <a:ext cx="4967287" cy="3724275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748" y="4716867"/>
            <a:ext cx="4986182" cy="4467875"/>
          </a:xfrm>
          <a:noFill/>
          <a:ln/>
        </p:spPr>
        <p:txBody>
          <a:bodyPr/>
          <a:lstStyle/>
          <a:p>
            <a:pPr marL="230475" indent="-230475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0853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 smtClean="0"/>
              <a:t>[1] https://www.thoughtworks.com/continuous-integration</a:t>
            </a:r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36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Where does</a:t>
            </a:r>
            <a:r>
              <a:rPr lang="en-GB" baseline="0" dirty="0" smtClean="0"/>
              <a:t> CI apply in the lifecycle?</a:t>
            </a:r>
          </a:p>
          <a:p>
            <a:r>
              <a:rPr lang="en-GB" dirty="0" smtClean="0"/>
              <a:t>Continuous integration is an industrialisation</a:t>
            </a:r>
            <a:r>
              <a:rPr lang="en-GB" baseline="0" dirty="0" smtClean="0"/>
              <a:t> of the box at the bottom</a:t>
            </a:r>
          </a:p>
          <a:p>
            <a:r>
              <a:rPr lang="en-GB" baseline="0" dirty="0" smtClean="0"/>
              <a:t>Walk through the steps</a:t>
            </a:r>
          </a:p>
          <a:p>
            <a:r>
              <a:rPr lang="en-GB" baseline="0" dirty="0" smtClean="0"/>
              <a:t>Say this is more or less a view from the Jenkins tool which we’ll see later</a:t>
            </a:r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9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 smtClean="0"/>
              <a:t>[1] https://www.thoughtworks.com/continuous-integration</a:t>
            </a:r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080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Where</a:t>
            </a:r>
            <a:r>
              <a:rPr lang="en-GB" baseline="0" dirty="0" smtClean="0"/>
              <a:t> does CD apply in the lifecycle</a:t>
            </a:r>
            <a:endParaRPr lang="en-GB" dirty="0" smtClean="0"/>
          </a:p>
          <a:p>
            <a:r>
              <a:rPr lang="en-GB" dirty="0" smtClean="0"/>
              <a:t>C</a:t>
            </a:r>
            <a:r>
              <a:rPr lang="en-GB" baseline="0" dirty="0" smtClean="0"/>
              <a:t> </a:t>
            </a:r>
            <a:r>
              <a:rPr lang="en-GB" baseline="0" dirty="0" err="1" smtClean="0"/>
              <a:t>Deliv</a:t>
            </a:r>
            <a:r>
              <a:rPr lang="en-GB" baseline="0" dirty="0" smtClean="0"/>
              <a:t> is an automation and orchestration of all steps up right hand side</a:t>
            </a:r>
          </a:p>
          <a:p>
            <a:r>
              <a:rPr lang="en-GB" baseline="0" dirty="0" smtClean="0"/>
              <a:t>And the implied steps (deployments) – including the last to prod</a:t>
            </a:r>
          </a:p>
          <a:p>
            <a:r>
              <a:rPr lang="en-GB" baseline="0" dirty="0" smtClean="0"/>
              <a:t>Ask who can differentiate C </a:t>
            </a:r>
            <a:r>
              <a:rPr lang="en-GB" baseline="0" dirty="0" err="1" smtClean="0"/>
              <a:t>Deliv</a:t>
            </a:r>
            <a:r>
              <a:rPr lang="en-GB" baseline="0" dirty="0" smtClean="0"/>
              <a:t> with C Deployment</a:t>
            </a:r>
          </a:p>
          <a:p>
            <a:r>
              <a:rPr lang="en-GB" baseline="0" dirty="0" smtClean="0"/>
              <a:t>Answer Continuous Deployments implies zero touch (no manual triggers) to prod</a:t>
            </a:r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873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62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Products: Automotive, Industrial, Infrastructure &amp; Travel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0961F8-5312-4593-A8E0-89411A6E4F80}" type="datetime1">
              <a:rPr lang="en-US" smtClean="0"/>
              <a:pPr/>
              <a:t>8/17/2016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© 2009 Accenture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A9165B6-BC07-4CA1-B14C-0486958E4C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0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hutterstock_156983879 (1)_alt.jpg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" contras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33" r="2860" b="321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58788" y="1250769"/>
            <a:ext cx="4113212" cy="9430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461964" y="2307553"/>
            <a:ext cx="4110037" cy="61555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" name="Picture 18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8313" y="434670"/>
            <a:ext cx="4543200" cy="72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/>
          <p:cNvGrpSpPr/>
          <p:nvPr userDrawn="1"/>
        </p:nvGrpSpPr>
        <p:grpSpPr>
          <a:xfrm>
            <a:off x="5658096" y="3690908"/>
            <a:ext cx="3074395" cy="2060440"/>
            <a:chOff x="5701703" y="682760"/>
            <a:chExt cx="3074395" cy="2060440"/>
          </a:xfrm>
        </p:grpSpPr>
        <p:sp>
          <p:nvSpPr>
            <p:cNvPr id="21" name="Freeform 20"/>
            <p:cNvSpPr/>
            <p:nvPr/>
          </p:nvSpPr>
          <p:spPr>
            <a:xfrm>
              <a:off x="6164291" y="682760"/>
              <a:ext cx="2013677" cy="2060440"/>
            </a:xfrm>
            <a:custGeom>
              <a:avLst/>
              <a:gdLst>
                <a:gd name="connsiteX0" fmla="*/ 0 w 4457700"/>
                <a:gd name="connsiteY0" fmla="*/ 0 h 4552950"/>
                <a:gd name="connsiteX1" fmla="*/ 4457700 w 4457700"/>
                <a:gd name="connsiteY1" fmla="*/ 1828800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24037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57700"/>
                <a:gd name="connsiteY0" fmla="*/ 0 h 4552950"/>
                <a:gd name="connsiteX1" fmla="*/ 4457700 w 4457700"/>
                <a:gd name="connsiteY1" fmla="*/ 1816893 h 4552950"/>
                <a:gd name="connsiteX2" fmla="*/ 4457700 w 4457700"/>
                <a:gd name="connsiteY2" fmla="*/ 2743200 h 4552950"/>
                <a:gd name="connsiteX3" fmla="*/ 0 w 4457700"/>
                <a:gd name="connsiteY3" fmla="*/ 4552950 h 4552950"/>
                <a:gd name="connsiteX4" fmla="*/ 0 w 4457700"/>
                <a:gd name="connsiteY4" fmla="*/ 3543300 h 4552950"/>
                <a:gd name="connsiteX5" fmla="*/ 3282950 w 4457700"/>
                <a:gd name="connsiteY5" fmla="*/ 2286000 h 4552950"/>
                <a:gd name="connsiteX6" fmla="*/ 0 w 4457700"/>
                <a:gd name="connsiteY6" fmla="*/ 1016000 h 4552950"/>
                <a:gd name="connsiteX7" fmla="*/ 0 w 4457700"/>
                <a:gd name="connsiteY7" fmla="*/ 0 h 4552950"/>
                <a:gd name="connsiteX0" fmla="*/ 0 w 4462462"/>
                <a:gd name="connsiteY0" fmla="*/ 0 h 4552950"/>
                <a:gd name="connsiteX1" fmla="*/ 4462462 w 4462462"/>
                <a:gd name="connsiteY1" fmla="*/ 1819275 h 4552950"/>
                <a:gd name="connsiteX2" fmla="*/ 4457700 w 4462462"/>
                <a:gd name="connsiteY2" fmla="*/ 2743200 h 4552950"/>
                <a:gd name="connsiteX3" fmla="*/ 0 w 4462462"/>
                <a:gd name="connsiteY3" fmla="*/ 4552950 h 4552950"/>
                <a:gd name="connsiteX4" fmla="*/ 0 w 4462462"/>
                <a:gd name="connsiteY4" fmla="*/ 3543300 h 4552950"/>
                <a:gd name="connsiteX5" fmla="*/ 3282950 w 4462462"/>
                <a:gd name="connsiteY5" fmla="*/ 2286000 h 4552950"/>
                <a:gd name="connsiteX6" fmla="*/ 0 w 4462462"/>
                <a:gd name="connsiteY6" fmla="*/ 1016000 h 4552950"/>
                <a:gd name="connsiteX7" fmla="*/ 0 w 4462462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52950"/>
                <a:gd name="connsiteX1" fmla="*/ 4462462 w 4462921"/>
                <a:gd name="connsiteY1" fmla="*/ 1819275 h 4552950"/>
                <a:gd name="connsiteX2" fmla="*/ 4462463 w 4462921"/>
                <a:gd name="connsiteY2" fmla="*/ 2747962 h 4552950"/>
                <a:gd name="connsiteX3" fmla="*/ 0 w 4462921"/>
                <a:gd name="connsiteY3" fmla="*/ 4552950 h 4552950"/>
                <a:gd name="connsiteX4" fmla="*/ 0 w 4462921"/>
                <a:gd name="connsiteY4" fmla="*/ 3543300 h 4552950"/>
                <a:gd name="connsiteX5" fmla="*/ 3282950 w 4462921"/>
                <a:gd name="connsiteY5" fmla="*/ 2286000 h 4552950"/>
                <a:gd name="connsiteX6" fmla="*/ 0 w 4462921"/>
                <a:gd name="connsiteY6" fmla="*/ 1016000 h 4552950"/>
                <a:gd name="connsiteX7" fmla="*/ 0 w 4462921"/>
                <a:gd name="connsiteY7" fmla="*/ 0 h 4552950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82950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60094"/>
                <a:gd name="connsiteX1" fmla="*/ 4462462 w 4462921"/>
                <a:gd name="connsiteY1" fmla="*/ 1819275 h 4560094"/>
                <a:gd name="connsiteX2" fmla="*/ 4462463 w 4462921"/>
                <a:gd name="connsiteY2" fmla="*/ 2747962 h 4560094"/>
                <a:gd name="connsiteX3" fmla="*/ 2381 w 4462921"/>
                <a:gd name="connsiteY3" fmla="*/ 4560094 h 4560094"/>
                <a:gd name="connsiteX4" fmla="*/ 0 w 4462921"/>
                <a:gd name="connsiteY4" fmla="*/ 3543300 h 4560094"/>
                <a:gd name="connsiteX5" fmla="*/ 3275807 w 4462921"/>
                <a:gd name="connsiteY5" fmla="*/ 2286000 h 4560094"/>
                <a:gd name="connsiteX6" fmla="*/ 0 w 4462921"/>
                <a:gd name="connsiteY6" fmla="*/ 1016000 h 4560094"/>
                <a:gd name="connsiteX7" fmla="*/ 0 w 4462921"/>
                <a:gd name="connsiteY7" fmla="*/ 0 h 4560094"/>
                <a:gd name="connsiteX0" fmla="*/ 0 w 4462921"/>
                <a:gd name="connsiteY0" fmla="*/ 0 h 4557713"/>
                <a:gd name="connsiteX1" fmla="*/ 4462462 w 4462921"/>
                <a:gd name="connsiteY1" fmla="*/ 1819275 h 4557713"/>
                <a:gd name="connsiteX2" fmla="*/ 4462463 w 4462921"/>
                <a:gd name="connsiteY2" fmla="*/ 2747962 h 4557713"/>
                <a:gd name="connsiteX3" fmla="*/ 2381 w 4462921"/>
                <a:gd name="connsiteY3" fmla="*/ 4557713 h 4557713"/>
                <a:gd name="connsiteX4" fmla="*/ 0 w 4462921"/>
                <a:gd name="connsiteY4" fmla="*/ 3543300 h 4557713"/>
                <a:gd name="connsiteX5" fmla="*/ 3275807 w 4462921"/>
                <a:gd name="connsiteY5" fmla="*/ 2286000 h 4557713"/>
                <a:gd name="connsiteX6" fmla="*/ 0 w 4462921"/>
                <a:gd name="connsiteY6" fmla="*/ 1016000 h 4557713"/>
                <a:gd name="connsiteX7" fmla="*/ 0 w 4462921"/>
                <a:gd name="connsiteY7" fmla="*/ 0 h 4557713"/>
                <a:gd name="connsiteX0" fmla="*/ 0 w 4462921"/>
                <a:gd name="connsiteY0" fmla="*/ 0 h 4562475"/>
                <a:gd name="connsiteX1" fmla="*/ 4462462 w 4462921"/>
                <a:gd name="connsiteY1" fmla="*/ 1819275 h 4562475"/>
                <a:gd name="connsiteX2" fmla="*/ 4462463 w 4462921"/>
                <a:gd name="connsiteY2" fmla="*/ 2747962 h 4562475"/>
                <a:gd name="connsiteX3" fmla="*/ 2381 w 4462921"/>
                <a:gd name="connsiteY3" fmla="*/ 4562475 h 4562475"/>
                <a:gd name="connsiteX4" fmla="*/ 0 w 4462921"/>
                <a:gd name="connsiteY4" fmla="*/ 3543300 h 4562475"/>
                <a:gd name="connsiteX5" fmla="*/ 3275807 w 4462921"/>
                <a:gd name="connsiteY5" fmla="*/ 2286000 h 4562475"/>
                <a:gd name="connsiteX6" fmla="*/ 0 w 4462921"/>
                <a:gd name="connsiteY6" fmla="*/ 1016000 h 4562475"/>
                <a:gd name="connsiteX7" fmla="*/ 0 w 4462921"/>
                <a:gd name="connsiteY7" fmla="*/ 0 h 4562475"/>
                <a:gd name="connsiteX0" fmla="*/ 2486 w 4465407"/>
                <a:gd name="connsiteY0" fmla="*/ 0 h 4564856"/>
                <a:gd name="connsiteX1" fmla="*/ 4464948 w 4465407"/>
                <a:gd name="connsiteY1" fmla="*/ 1819275 h 4564856"/>
                <a:gd name="connsiteX2" fmla="*/ 4464949 w 4465407"/>
                <a:gd name="connsiteY2" fmla="*/ 2747962 h 4564856"/>
                <a:gd name="connsiteX3" fmla="*/ 105 w 4465407"/>
                <a:gd name="connsiteY3" fmla="*/ 4564856 h 4564856"/>
                <a:gd name="connsiteX4" fmla="*/ 2486 w 4465407"/>
                <a:gd name="connsiteY4" fmla="*/ 3543300 h 4564856"/>
                <a:gd name="connsiteX5" fmla="*/ 3278293 w 4465407"/>
                <a:gd name="connsiteY5" fmla="*/ 2286000 h 4564856"/>
                <a:gd name="connsiteX6" fmla="*/ 2486 w 4465407"/>
                <a:gd name="connsiteY6" fmla="*/ 1016000 h 4564856"/>
                <a:gd name="connsiteX7" fmla="*/ 2486 w 4465407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47962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0343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5531"/>
                <a:gd name="connsiteY0" fmla="*/ 0 h 4564856"/>
                <a:gd name="connsiteX1" fmla="*/ 4465072 w 4465531"/>
                <a:gd name="connsiteY1" fmla="*/ 1819275 h 4564856"/>
                <a:gd name="connsiteX2" fmla="*/ 4465073 w 4465531"/>
                <a:gd name="connsiteY2" fmla="*/ 2755106 h 4564856"/>
                <a:gd name="connsiteX3" fmla="*/ 229 w 4465531"/>
                <a:gd name="connsiteY3" fmla="*/ 4564856 h 4564856"/>
                <a:gd name="connsiteX4" fmla="*/ 228 w 4465531"/>
                <a:gd name="connsiteY4" fmla="*/ 3545681 h 4564856"/>
                <a:gd name="connsiteX5" fmla="*/ 3278417 w 4465531"/>
                <a:gd name="connsiteY5" fmla="*/ 2286000 h 4564856"/>
                <a:gd name="connsiteX6" fmla="*/ 2610 w 4465531"/>
                <a:gd name="connsiteY6" fmla="*/ 1016000 h 4564856"/>
                <a:gd name="connsiteX7" fmla="*/ 2610 w 4465531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16000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8417 w 4467453"/>
                <a:gd name="connsiteY5" fmla="*/ 2286000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7453"/>
                <a:gd name="connsiteY0" fmla="*/ 0 h 4564856"/>
                <a:gd name="connsiteX1" fmla="*/ 4467453 w 4467453"/>
                <a:gd name="connsiteY1" fmla="*/ 1816894 h 4564856"/>
                <a:gd name="connsiteX2" fmla="*/ 4465073 w 4467453"/>
                <a:gd name="connsiteY2" fmla="*/ 2755106 h 4564856"/>
                <a:gd name="connsiteX3" fmla="*/ 229 w 4467453"/>
                <a:gd name="connsiteY3" fmla="*/ 4564856 h 4564856"/>
                <a:gd name="connsiteX4" fmla="*/ 228 w 4467453"/>
                <a:gd name="connsiteY4" fmla="*/ 3545681 h 4564856"/>
                <a:gd name="connsiteX5" fmla="*/ 3271273 w 4467453"/>
                <a:gd name="connsiteY5" fmla="*/ 2288382 h 4564856"/>
                <a:gd name="connsiteX6" fmla="*/ 2610 w 4467453"/>
                <a:gd name="connsiteY6" fmla="*/ 1020763 h 4564856"/>
                <a:gd name="connsiteX7" fmla="*/ 2610 w 4467453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9275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0763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71273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2610 w 4465530"/>
                <a:gd name="connsiteY0" fmla="*/ 0 h 4564856"/>
                <a:gd name="connsiteX1" fmla="*/ 4465071 w 4465530"/>
                <a:gd name="connsiteY1" fmla="*/ 1812131 h 4564856"/>
                <a:gd name="connsiteX2" fmla="*/ 4465073 w 4465530"/>
                <a:gd name="connsiteY2" fmla="*/ 2755106 h 4564856"/>
                <a:gd name="connsiteX3" fmla="*/ 229 w 4465530"/>
                <a:gd name="connsiteY3" fmla="*/ 4564856 h 4564856"/>
                <a:gd name="connsiteX4" fmla="*/ 228 w 4465530"/>
                <a:gd name="connsiteY4" fmla="*/ 3545681 h 4564856"/>
                <a:gd name="connsiteX5" fmla="*/ 3264129 w 4465530"/>
                <a:gd name="connsiteY5" fmla="*/ 2288382 h 4564856"/>
                <a:gd name="connsiteX6" fmla="*/ 2610 w 4465530"/>
                <a:gd name="connsiteY6" fmla="*/ 1023145 h 4564856"/>
                <a:gd name="connsiteX7" fmla="*/ 2610 w 4465530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5066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18079 h 4564856"/>
                <a:gd name="connsiteX7" fmla="*/ 0 w 4467986"/>
                <a:gd name="connsiteY7" fmla="*/ 0 h 4564856"/>
                <a:gd name="connsiteX0" fmla="*/ 0 w 4467986"/>
                <a:gd name="connsiteY0" fmla="*/ 0 h 4564856"/>
                <a:gd name="connsiteX1" fmla="*/ 4467527 w 4467986"/>
                <a:gd name="connsiteY1" fmla="*/ 1812131 h 4564856"/>
                <a:gd name="connsiteX2" fmla="*/ 4467529 w 4467986"/>
                <a:gd name="connsiteY2" fmla="*/ 2755106 h 4564856"/>
                <a:gd name="connsiteX3" fmla="*/ 2685 w 4467986"/>
                <a:gd name="connsiteY3" fmla="*/ 4564856 h 4564856"/>
                <a:gd name="connsiteX4" fmla="*/ 2684 w 4467986"/>
                <a:gd name="connsiteY4" fmla="*/ 3545681 h 4564856"/>
                <a:gd name="connsiteX5" fmla="*/ 3266585 w 4467986"/>
                <a:gd name="connsiteY5" fmla="*/ 2288382 h 4564856"/>
                <a:gd name="connsiteX6" fmla="*/ 2533 w 4467986"/>
                <a:gd name="connsiteY6" fmla="*/ 1023145 h 4564856"/>
                <a:gd name="connsiteX7" fmla="*/ 0 w 4467986"/>
                <a:gd name="connsiteY7" fmla="*/ 0 h 4564856"/>
                <a:gd name="connsiteX0" fmla="*/ 0 w 4467986"/>
                <a:gd name="connsiteY0" fmla="*/ 0 h 4567262"/>
                <a:gd name="connsiteX1" fmla="*/ 4467527 w 4467986"/>
                <a:gd name="connsiteY1" fmla="*/ 1814537 h 4567262"/>
                <a:gd name="connsiteX2" fmla="*/ 4467529 w 4467986"/>
                <a:gd name="connsiteY2" fmla="*/ 2757512 h 4567262"/>
                <a:gd name="connsiteX3" fmla="*/ 2685 w 4467986"/>
                <a:gd name="connsiteY3" fmla="*/ 4567262 h 4567262"/>
                <a:gd name="connsiteX4" fmla="*/ 2684 w 4467986"/>
                <a:gd name="connsiteY4" fmla="*/ 3548087 h 4567262"/>
                <a:gd name="connsiteX5" fmla="*/ 3266585 w 4467986"/>
                <a:gd name="connsiteY5" fmla="*/ 2290788 h 4567262"/>
                <a:gd name="connsiteX6" fmla="*/ 2533 w 4467986"/>
                <a:gd name="connsiteY6" fmla="*/ 1025551 h 4567262"/>
                <a:gd name="connsiteX7" fmla="*/ 0 w 4467986"/>
                <a:gd name="connsiteY7" fmla="*/ 0 h 4567262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50493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64555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  <a:gd name="connsiteX0" fmla="*/ 377 w 4465956"/>
                <a:gd name="connsiteY0" fmla="*/ 0 h 4569668"/>
                <a:gd name="connsiteX1" fmla="*/ 4465497 w 4465956"/>
                <a:gd name="connsiteY1" fmla="*/ 1816943 h 4569668"/>
                <a:gd name="connsiteX2" fmla="*/ 4465499 w 4465956"/>
                <a:gd name="connsiteY2" fmla="*/ 2759918 h 4569668"/>
                <a:gd name="connsiteX3" fmla="*/ 655 w 4465956"/>
                <a:gd name="connsiteY3" fmla="*/ 4569668 h 4569668"/>
                <a:gd name="connsiteX4" fmla="*/ 654 w 4465956"/>
                <a:gd name="connsiteY4" fmla="*/ 3548111 h 4569668"/>
                <a:gd name="connsiteX5" fmla="*/ 3257411 w 4465956"/>
                <a:gd name="connsiteY5" fmla="*/ 2293194 h 4569668"/>
                <a:gd name="connsiteX6" fmla="*/ 503 w 4465956"/>
                <a:gd name="connsiteY6" fmla="*/ 1027957 h 4569668"/>
                <a:gd name="connsiteX7" fmla="*/ 377 w 4465956"/>
                <a:gd name="connsiteY7" fmla="*/ 0 h 456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65956" h="4569668">
                  <a:moveTo>
                    <a:pt x="377" y="0"/>
                  </a:moveTo>
                  <a:lnTo>
                    <a:pt x="4465497" y="1816943"/>
                  </a:lnTo>
                  <a:cubicBezTo>
                    <a:pt x="4463910" y="2124918"/>
                    <a:pt x="4467086" y="2451943"/>
                    <a:pt x="4465499" y="2759918"/>
                  </a:cubicBezTo>
                  <a:lnTo>
                    <a:pt x="655" y="4569668"/>
                  </a:lnTo>
                  <a:cubicBezTo>
                    <a:pt x="-139" y="4230737"/>
                    <a:pt x="1448" y="3887042"/>
                    <a:pt x="654" y="3548111"/>
                  </a:cubicBezTo>
                  <a:lnTo>
                    <a:pt x="3257411" y="2293194"/>
                  </a:lnTo>
                  <a:lnTo>
                    <a:pt x="503" y="1027957"/>
                  </a:lnTo>
                  <a:cubicBezTo>
                    <a:pt x="-1186" y="686909"/>
                    <a:pt x="2066" y="341048"/>
                    <a:pt x="377" y="0"/>
                  </a:cubicBezTo>
                  <a:close/>
                </a:path>
              </a:pathLst>
            </a:custGeom>
            <a:solidFill>
              <a:srgbClr val="00A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3200" dirty="0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1703" y="1523009"/>
              <a:ext cx="3074395" cy="252000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495103" y="6150005"/>
            <a:ext cx="5334462" cy="493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3" b="13863"/>
          <a:stretch/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 bwMode="auto">
          <a:xfrm>
            <a:off x="0" y="2"/>
            <a:ext cx="9144000" cy="6858001"/>
          </a:xfrm>
          <a:prstGeom prst="rect">
            <a:avLst/>
          </a:prstGeom>
          <a:solidFill>
            <a:schemeClr val="bg1">
              <a:alpha val="3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195" y="443347"/>
            <a:ext cx="8395094" cy="2287155"/>
          </a:xfrm>
        </p:spPr>
        <p:txBody>
          <a:bodyPr anchor="b" anchorCtr="0"/>
          <a:lstStyle>
            <a:lvl1pPr algn="l">
              <a:defRPr sz="3600" b="1" cap="none" baseline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73954299-DE52-47A8-A04E-69FC1668F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823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utterstock_156983879 (1)_alt.jpg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" contras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33" t="18640" r="2860" b="62003"/>
          <a:stretch/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61" y="129310"/>
            <a:ext cx="8380228" cy="10481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83" y="1590806"/>
            <a:ext cx="8565405" cy="47770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41B97A-378E-4F69-9D74-E5B0730D91F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999" y="6324600"/>
            <a:ext cx="448945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89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utterstock_156983879 (1)_alt.jpg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" contras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033" t="18640" r="2860" b="62003"/>
          <a:stretch/>
        </p:blipFill>
        <p:spPr>
          <a:xfrm>
            <a:off x="0" y="0"/>
            <a:ext cx="9144000" cy="137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61" y="129310"/>
            <a:ext cx="8380228" cy="10481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83" y="1590806"/>
            <a:ext cx="8565405" cy="47770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41B97A-378E-4F69-9D74-E5B0730D91F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999" y="6324600"/>
            <a:ext cx="448945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31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3" b="13863"/>
          <a:stretch/>
        </p:blipFill>
        <p:spPr>
          <a:xfrm>
            <a:off x="-2432" y="0"/>
            <a:ext cx="9144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auto">
          <a:xfrm>
            <a:off x="-95250" y="2"/>
            <a:ext cx="9232900" cy="6946901"/>
          </a:xfrm>
          <a:prstGeom prst="rect">
            <a:avLst/>
          </a:prstGeom>
          <a:solidFill>
            <a:schemeClr val="bg1">
              <a:alpha val="29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61" y="129310"/>
            <a:ext cx="8380228" cy="1048138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83" y="1590806"/>
            <a:ext cx="8565405" cy="47770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41B97A-378E-4F69-9D74-E5B0730D91F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999" y="6324600"/>
            <a:ext cx="448945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5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61" y="129310"/>
            <a:ext cx="8380228" cy="104813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83" y="1590806"/>
            <a:ext cx="8565405" cy="477703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41B97A-378E-4F69-9D74-E5B0730D91F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999" y="6324600"/>
            <a:ext cx="448945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195" y="443345"/>
            <a:ext cx="8395094" cy="2882895"/>
          </a:xfrm>
        </p:spPr>
        <p:txBody>
          <a:bodyPr anchor="b" anchorCtr="0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54299-DE52-47A8-A04E-69FC1668F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61" y="129310"/>
            <a:ext cx="8326438" cy="1098242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1882" y="1597868"/>
            <a:ext cx="4197096" cy="45238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0966" y="1597868"/>
            <a:ext cx="4196323" cy="45238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E42313-9B81-4CBD-9AA5-E77005079161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267" y="233084"/>
            <a:ext cx="8383022" cy="96941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1" y="1595057"/>
            <a:ext cx="4025155" cy="639762"/>
          </a:xfrm>
        </p:spPr>
        <p:txBody>
          <a:bodyPr anchor="b"/>
          <a:lstStyle>
            <a:lvl1pPr marL="0" indent="0">
              <a:lnSpc>
                <a:spcPts val="26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145" y="2234819"/>
            <a:ext cx="42134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95057"/>
            <a:ext cx="4132263" cy="63976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65726" y="2234819"/>
            <a:ext cx="4311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82A44A-3769-4E22-A0B6-AFBEA565A1A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0A387-8F22-40D2-A1D6-12069FE744E2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538D73-221F-4AD8-9AA4-472AF34246F2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90439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2FF34A-C031-4841-B977-68BD294405A0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6FFF099-79C6-43A2-814E-9876B9DA24A7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E1F3C6-7755-4C1E-A444-85B11B2202A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1626" y="114302"/>
            <a:ext cx="2125663" cy="6208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4639" y="114302"/>
            <a:ext cx="6224587" cy="6208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E12910-5892-4482-81F5-0964B71CBEA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Copyright © 2015 Accenture All Rights Reserved.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455614" y="1180800"/>
            <a:ext cx="8232775" cy="396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55614" y="1576800"/>
            <a:ext cx="8232775" cy="4914306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smtClean="0"/>
              <a:t>Copyright © 2015 Accenture  All rights reserved.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505022885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012" name="think-cell Slide" r:id="rId20" imgW="270" imgH="270" progId="TCLayout.ActiveDocument.1">
                  <p:embed/>
                </p:oleObj>
              </mc:Choice>
              <mc:Fallback>
                <p:oleObj name="think-cell Slide" r:id="rId2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 bwMode="gray">
          <a:xfrm>
            <a:off x="211883" y="1590806"/>
            <a:ext cx="8565405" cy="47770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7164388" y="6511927"/>
            <a:ext cx="1693862" cy="269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>
            <a:lvl1pPr algn="r">
              <a:defRPr sz="900" b="0"/>
            </a:lvl1pPr>
          </a:lstStyle>
          <a:p>
            <a:fld id="{46E3B560-07B0-4853-AE85-4967240282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58789" y="6324600"/>
            <a:ext cx="4489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900" b="0"/>
            </a:lvl1pPr>
          </a:lstStyle>
          <a:p>
            <a:r>
              <a:rPr lang="en-GB" dirty="0" smtClean="0"/>
              <a:t>Copyright © 2015 Accenture. All rights reserved. Confidential—For Company Internal Use Only.</a:t>
            </a:r>
            <a:endParaRPr lang="en-US" dirty="0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title"/>
          </p:nvPr>
        </p:nvSpPr>
        <p:spPr bwMode="gray">
          <a:xfrm>
            <a:off x="397061" y="191941"/>
            <a:ext cx="8380228" cy="9980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457995" y="1289646"/>
            <a:ext cx="8686006" cy="0"/>
          </a:xfrm>
          <a:prstGeom prst="line">
            <a:avLst/>
          </a:prstGeom>
          <a:ln w="12700">
            <a:solidFill>
              <a:srgbClr val="359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861" r:id="rId2"/>
    <p:sldLayoutId id="2147483859" r:id="rId3"/>
    <p:sldLayoutId id="2147483862" r:id="rId4"/>
    <p:sldLayoutId id="2147483860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819" r:id="rId16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hf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6213" indent="-176213" algn="l" rtl="0" eaLnBrk="1" fontAlgn="base" hangingPunct="1">
        <a:lnSpc>
          <a:spcPct val="90000"/>
        </a:lnSpc>
        <a:spcBef>
          <a:spcPct val="4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466725" indent="-28575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2pPr>
      <a:lvl3pPr marL="630238" indent="-168275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869950" indent="-227013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sz="1800">
          <a:solidFill>
            <a:schemeClr val="tx1"/>
          </a:solidFill>
          <a:latin typeface="+mn-lt"/>
        </a:defRPr>
      </a:lvl4pPr>
      <a:lvl5pPr marL="1042988" indent="-166688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chemeClr val="tx1"/>
          </a:solidFill>
          <a:latin typeface="+mn-lt"/>
        </a:defRPr>
      </a:lvl5pPr>
      <a:lvl6pPr marL="1938338" indent="-16668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6pPr>
      <a:lvl7pPr marL="2395538" indent="-16668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7pPr>
      <a:lvl8pPr marL="2852738" indent="-16668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8pPr>
      <a:lvl9pPr marL="3309938" indent="-16668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6888" y="1268663"/>
            <a:ext cx="5175205" cy="1062314"/>
          </a:xfrm>
        </p:spPr>
        <p:txBody>
          <a:bodyPr/>
          <a:lstStyle/>
          <a:p>
            <a:r>
              <a:rPr lang="en-ZA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DevOps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06886" y="2287805"/>
            <a:ext cx="7259188" cy="75307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CI/CD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719124-5D47-42CE-9623-8F1592D84F2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Copyright © 2015 Accenture. All rights reserved. Confidential—For Company Internal Use Only.</a:t>
            </a:r>
            <a:endParaRPr lang="en-US" dirty="0"/>
          </a:p>
        </p:txBody>
      </p:sp>
      <p:sp>
        <p:nvSpPr>
          <p:cNvPr id="10" name="Text Box 3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407275" y="6584950"/>
            <a:ext cx="1398140" cy="21544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1000" b="0" dirty="0">
                <a:solidFill>
                  <a:srgbClr val="A20000"/>
                </a:solidFill>
              </a:rPr>
              <a:t>For Internal Use Only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732445228"/>
              </p:ext>
            </p:extLst>
          </p:nvPr>
        </p:nvGraphicFramePr>
        <p:xfrm>
          <a:off x="704193" y="1628227"/>
          <a:ext cx="7620000" cy="4509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5808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CDC2C9-A436-4A21-BB4F-98851C09BE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0ACDC2C9-A436-4A21-BB4F-98851C09BE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0ACDC2C9-A436-4A21-BB4F-98851C09BE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0ACDC2C9-A436-4A21-BB4F-98851C09BE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5286BC6-8A01-4E23-BC81-25616F6AE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graphicEl>
                                              <a:dgm id="{95286BC6-8A01-4E23-BC81-25616F6AEA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graphicEl>
                                              <a:dgm id="{95286BC6-8A01-4E23-BC81-25616F6AE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graphicEl>
                                              <a:dgm id="{95286BC6-8A01-4E23-BC81-25616F6AE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DB2D5E-76F3-4A46-90AB-C038DFE70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graphicEl>
                                              <a:dgm id="{05DB2D5E-76F3-4A46-90AB-C038DFE706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graphicEl>
                                              <a:dgm id="{05DB2D5E-76F3-4A46-90AB-C038DFE70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graphicEl>
                                              <a:dgm id="{05DB2D5E-76F3-4A46-90AB-C038DFE70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40A706-15BA-43C2-BA78-339FA3ABE1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graphicEl>
                                              <a:dgm id="{0A40A706-15BA-43C2-BA78-339FA3ABE1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graphicEl>
                                              <a:dgm id="{0A40A706-15BA-43C2-BA78-339FA3ABE1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graphicEl>
                                              <a:dgm id="{0A40A706-15BA-43C2-BA78-339FA3ABE1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33A069-A94D-4A7A-85FF-0AB911D6A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graphicEl>
                                              <a:dgm id="{F633A069-A94D-4A7A-85FF-0AB911D6A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graphicEl>
                                              <a:dgm id="{F633A069-A94D-4A7A-85FF-0AB911D6A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graphicEl>
                                              <a:dgm id="{F633A069-A94D-4A7A-85FF-0AB911D6A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05D8EBE-2E29-4036-97C7-0CA0D04FC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graphicEl>
                                              <a:dgm id="{305D8EBE-2E29-4036-97C7-0CA0D04FC4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graphicEl>
                                              <a:dgm id="{305D8EBE-2E29-4036-97C7-0CA0D04FC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graphicEl>
                                              <a:dgm id="{305D8EBE-2E29-4036-97C7-0CA0D04FC4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0F9468-FFD3-426C-AF0B-10046D11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graphicEl>
                                              <a:dgm id="{800F9468-FFD3-426C-AF0B-10046D11B9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graphicEl>
                                              <a:dgm id="{800F9468-FFD3-426C-AF0B-10046D11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graphicEl>
                                              <a:dgm id="{800F9468-FFD3-426C-AF0B-10046D11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E51227-D0CA-4544-BF66-52A9FED85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graphicEl>
                                              <a:dgm id="{2DE51227-D0CA-4544-BF66-52A9FED852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graphicEl>
                                              <a:dgm id="{2DE51227-D0CA-4544-BF66-52A9FED85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graphicEl>
                                              <a:dgm id="{2DE51227-D0CA-4544-BF66-52A9FED85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DED971-918A-4E1B-859D-0503CE0D9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graphicEl>
                                              <a:dgm id="{27DED971-918A-4E1B-859D-0503CE0D96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27DED971-918A-4E1B-859D-0503CE0D9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graphicEl>
                                              <a:dgm id="{27DED971-918A-4E1B-859D-0503CE0D96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4AC6BF-813E-411F-A07D-8311A96F8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graphicEl>
                                              <a:dgm id="{AF4AC6BF-813E-411F-A07D-8311A96F8B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graphicEl>
                                              <a:dgm id="{AF4AC6BF-813E-411F-A07D-8311A96F8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graphicEl>
                                              <a:dgm id="{AF4AC6BF-813E-411F-A07D-8311A96F8B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EC112C6-A2D8-42BC-A228-85868CB5D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graphicEl>
                                              <a:dgm id="{CEC112C6-A2D8-42BC-A228-85868CB5DB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graphicEl>
                                              <a:dgm id="{CEC112C6-A2D8-42BC-A228-85868CB5D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graphicEl>
                                              <a:dgm id="{CEC112C6-A2D8-42BC-A228-85868CB5D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346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34615539"/>
              </p:ext>
            </p:extLst>
          </p:nvPr>
        </p:nvGraphicFramePr>
        <p:xfrm>
          <a:off x="1108251" y="1594069"/>
          <a:ext cx="6957848" cy="47305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071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B46420-B14D-4B7F-A119-8A8328B34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F3B46420-B14D-4B7F-A119-8A8328B349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F3B46420-B14D-4B7F-A119-8A8328B34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F3B46420-B14D-4B7F-A119-8A8328B34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BEA5C3F-90BB-4C55-A79F-F7D4E8E3E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graphicEl>
                                              <a:dgm id="{8BEA5C3F-90BB-4C55-A79F-F7D4E8E3E8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graphicEl>
                                              <a:dgm id="{8BEA5C3F-90BB-4C55-A79F-F7D4E8E3E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graphicEl>
                                              <a:dgm id="{8BEA5C3F-90BB-4C55-A79F-F7D4E8E3E8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858C58-1C66-4888-A3D2-FFEF17C89E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graphicEl>
                                              <a:dgm id="{0B858C58-1C66-4888-A3D2-FFEF17C89E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graphicEl>
                                              <a:dgm id="{0B858C58-1C66-4888-A3D2-FFEF17C89E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graphicEl>
                                              <a:dgm id="{0B858C58-1C66-4888-A3D2-FFEF17C89E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0A545F6-60DF-4E89-A653-BBB234F1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graphicEl>
                                              <a:dgm id="{50A545F6-60DF-4E89-A653-BBB234F1D7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graphicEl>
                                              <a:dgm id="{50A545F6-60DF-4E89-A653-BBB234F1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graphicEl>
                                              <a:dgm id="{50A545F6-60DF-4E89-A653-BBB234F1D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1CF8D0-763A-4EBC-B780-113D15935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graphicEl>
                                              <a:dgm id="{A91CF8D0-763A-4EBC-B780-113D159357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graphicEl>
                                              <a:dgm id="{A91CF8D0-763A-4EBC-B780-113D15935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graphicEl>
                                              <a:dgm id="{A91CF8D0-763A-4EBC-B780-113D15935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A1425E4-1E13-496A-B27A-EFF0CAC57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graphicEl>
                                              <a:dgm id="{4A1425E4-1E13-496A-B27A-EFF0CAC57B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graphicEl>
                                              <a:dgm id="{4A1425E4-1E13-496A-B27A-EFF0CAC57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graphicEl>
                                              <a:dgm id="{4A1425E4-1E13-496A-B27A-EFF0CAC57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B301198-1E50-4700-A6A2-3C244F5E6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graphicEl>
                                              <a:dgm id="{FB301198-1E50-4700-A6A2-3C244F5E6F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graphicEl>
                                              <a:dgm id="{FB301198-1E50-4700-A6A2-3C244F5E6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graphicEl>
                                              <a:dgm id="{FB301198-1E50-4700-A6A2-3C244F5E6F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5D22102-061C-460B-BAC9-525B4CCFB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graphicEl>
                                              <a:dgm id="{85D22102-061C-460B-BAC9-525B4CCFB5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graphicEl>
                                              <a:dgm id="{85D22102-061C-460B-BAC9-525B4CCFB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85D22102-061C-460B-BAC9-525B4CCFB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9D0464A-9800-48C4-A85C-CF0C4952FE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graphicEl>
                                              <a:dgm id="{59D0464A-9800-48C4-A85C-CF0C4952FE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graphicEl>
                                              <a:dgm id="{59D0464A-9800-48C4-A85C-CF0C4952FE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graphicEl>
                                              <a:dgm id="{59D0464A-9800-48C4-A85C-CF0C4952FE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What is DevOps?</a:t>
            </a:r>
            <a:endParaRPr 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61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What is DevOps?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98653" y="2241836"/>
            <a:ext cx="7812666" cy="3045911"/>
            <a:chOff x="825686" y="2406650"/>
            <a:chExt cx="6670675" cy="2678112"/>
          </a:xfrm>
        </p:grpSpPr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1902011" y="2406650"/>
              <a:ext cx="2992438" cy="1441450"/>
              <a:chOff x="1701800" y="1855550"/>
              <a:chExt cx="2991737" cy="1441944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3250837" y="1855550"/>
                <a:ext cx="1442700" cy="1441944"/>
              </a:xfrm>
              <a:prstGeom prst="ellipse">
                <a:avLst/>
              </a:prstGeom>
              <a:solidFill>
                <a:srgbClr val="FFFF66">
                  <a:alpha val="90000"/>
                </a:srgb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anchor="ctr"/>
              <a:lstStyle/>
              <a:p>
                <a:pPr>
                  <a:defRPr/>
                </a:pPr>
                <a:r>
                  <a:rPr lang="en-GB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Development</a:t>
                </a:r>
              </a:p>
            </p:txBody>
          </p:sp>
          <p:sp>
            <p:nvSpPr>
              <p:cNvPr id="14" name="Rounded Rectangular Callout 13"/>
              <p:cNvSpPr/>
              <p:nvPr/>
            </p:nvSpPr>
            <p:spPr>
              <a:xfrm>
                <a:off x="1701800" y="2011178"/>
                <a:ext cx="1076073" cy="544699"/>
              </a:xfrm>
              <a:prstGeom prst="wedgeRoundRectCallout">
                <a:avLst>
                  <a:gd name="adj1" fmla="val 75417"/>
                  <a:gd name="adj2" fmla="val -4169"/>
                  <a:gd name="adj3" fmla="val 16667"/>
                </a:avLst>
              </a:prstGeom>
              <a:solidFill>
                <a:srgbClr val="FFFF66">
                  <a:alpha val="90000"/>
                </a:srgbClr>
              </a:solidFill>
              <a:ln w="12700">
                <a:solidFill>
                  <a:srgbClr val="FFFF66"/>
                </a:solidFill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50" dirty="0">
                    <a:solidFill>
                      <a:schemeClr val="tx1"/>
                    </a:solidFill>
                  </a:rPr>
                  <a:t>I want change</a:t>
                </a:r>
              </a:p>
            </p:txBody>
          </p:sp>
        </p:grpSp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4569011" y="2406650"/>
              <a:ext cx="2927350" cy="1441450"/>
              <a:chOff x="4369299" y="1855550"/>
              <a:chExt cx="2926477" cy="1441944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4369299" y="1855550"/>
                <a:ext cx="1442608" cy="1441944"/>
              </a:xfrm>
              <a:prstGeom prst="ellipse">
                <a:avLst/>
              </a:prstGeom>
              <a:solidFill>
                <a:srgbClr val="00B0F0">
                  <a:alpha val="43000"/>
                </a:srgb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anchor="ctr"/>
              <a:lstStyle/>
              <a:p>
                <a:pPr algn="r">
                  <a:defRPr/>
                </a:pPr>
                <a:r>
                  <a:rPr lang="en-GB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Operations</a:t>
                </a:r>
              </a:p>
            </p:txBody>
          </p:sp>
          <p:sp>
            <p:nvSpPr>
              <p:cNvPr id="22" name="Rounded Rectangular Callout 21"/>
              <p:cNvSpPr/>
              <p:nvPr/>
            </p:nvSpPr>
            <p:spPr>
              <a:xfrm>
                <a:off x="6219772" y="2011178"/>
                <a:ext cx="1076004" cy="544699"/>
              </a:xfrm>
              <a:prstGeom prst="wedgeRoundRectCallout">
                <a:avLst>
                  <a:gd name="adj1" fmla="val -74722"/>
                  <a:gd name="adj2" fmla="val -6775"/>
                  <a:gd name="adj3" fmla="val 16667"/>
                </a:avLst>
              </a:prstGeom>
              <a:solidFill>
                <a:srgbClr val="00B0F0">
                  <a:alpha val="43000"/>
                </a:srgb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50" dirty="0">
                    <a:solidFill>
                      <a:schemeClr val="tx1"/>
                    </a:solidFill>
                  </a:rPr>
                  <a:t>I want stability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25686" y="2779712"/>
              <a:ext cx="5788025" cy="2305050"/>
              <a:chOff x="625475" y="1543050"/>
              <a:chExt cx="5788025" cy="2305050"/>
            </a:xfrm>
          </p:grpSpPr>
          <p:sp>
            <p:nvSpPr>
              <p:cNvPr id="24" name="Right Arrow 23"/>
              <p:cNvSpPr/>
              <p:nvPr/>
            </p:nvSpPr>
            <p:spPr>
              <a:xfrm>
                <a:off x="3041650" y="2451100"/>
                <a:ext cx="3371850" cy="915988"/>
              </a:xfrm>
              <a:prstGeom prst="rightArrow">
                <a:avLst/>
              </a:prstGeom>
              <a:solidFill>
                <a:srgbClr val="FFFF66">
                  <a:alpha val="90000"/>
                </a:srgb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Stable and operable software</a:t>
                </a:r>
              </a:p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Consistent and optimised release process</a:t>
                </a:r>
              </a:p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Conformance to infra and platform standards</a:t>
                </a:r>
              </a:p>
            </p:txBody>
          </p:sp>
          <p:sp>
            <p:nvSpPr>
              <p:cNvPr id="25" name="Left Arrow 24"/>
              <p:cNvSpPr/>
              <p:nvPr/>
            </p:nvSpPr>
            <p:spPr>
              <a:xfrm>
                <a:off x="2540000" y="2952750"/>
                <a:ext cx="3373438" cy="895350"/>
              </a:xfrm>
              <a:prstGeom prst="leftArrow">
                <a:avLst/>
              </a:prstGeom>
              <a:solidFill>
                <a:srgbClr val="00B0F0">
                  <a:alpha val="43000"/>
                </a:srgb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03200" anchor="ctr"/>
              <a:lstStyle/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Low risk, high throughput of change</a:t>
                </a:r>
              </a:p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Confident code and software integrity</a:t>
                </a:r>
              </a:p>
              <a:p>
                <a:pPr>
                  <a:defRPr/>
                </a:pPr>
                <a:r>
                  <a:rPr lang="en-GB" sz="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Highly available and predictable environments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 rot="16200000">
                <a:off x="4181475" y="1763713"/>
                <a:ext cx="695325" cy="254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GB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DevOps</a:t>
                </a:r>
              </a:p>
            </p:txBody>
          </p:sp>
          <p:sp>
            <p:nvSpPr>
              <p:cNvPr id="27" name="Rounded Rectangular Callout 26"/>
              <p:cNvSpPr/>
              <p:nvPr/>
            </p:nvSpPr>
            <p:spPr>
              <a:xfrm>
                <a:off x="625475" y="2636838"/>
                <a:ext cx="1076325" cy="544512"/>
              </a:xfrm>
              <a:prstGeom prst="wedgeRoundRectCallout">
                <a:avLst>
                  <a:gd name="adj1" fmla="val 120070"/>
                  <a:gd name="adj2" fmla="val 16546"/>
                  <a:gd name="adj3" fmla="val 16667"/>
                </a:avLst>
              </a:prstGeom>
              <a:solidFill>
                <a:srgbClr val="86D2A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50" b="1" dirty="0">
                    <a:solidFill>
                      <a:schemeClr val="tx1"/>
                    </a:solidFill>
                  </a:rPr>
                  <a:t>Everyone wants</a:t>
                </a:r>
              </a:p>
            </p:txBody>
          </p:sp>
        </p:grpSp>
      </p:grpSp>
      <p:sp>
        <p:nvSpPr>
          <p:cNvPr id="28" name="Right Brace 27"/>
          <p:cNvSpPr/>
          <p:nvPr/>
        </p:nvSpPr>
        <p:spPr>
          <a:xfrm>
            <a:off x="8302723" y="2600786"/>
            <a:ext cx="167426" cy="2173952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 rot="5400000">
            <a:off x="7689591" y="3421131"/>
            <a:ext cx="2164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 smtClean="0"/>
              <a:t>Classic</a:t>
            </a:r>
          </a:p>
          <a:p>
            <a:pPr algn="ctr"/>
            <a:r>
              <a:rPr lang="en-GB" sz="2000" dirty="0" smtClean="0"/>
              <a:t>characterisation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2284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What is DevOps?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552271419"/>
              </p:ext>
            </p:extLst>
          </p:nvPr>
        </p:nvGraphicFramePr>
        <p:xfrm>
          <a:off x="766664" y="2100316"/>
          <a:ext cx="7641021" cy="4452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316099" y="1871605"/>
            <a:ext cx="84611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0" dirty="0" smtClean="0"/>
              <a:t>Bringing Dev and Ops together requires excellent:</a:t>
            </a:r>
            <a:endParaRPr lang="en-GB" sz="2000" b="0" dirty="0"/>
          </a:p>
        </p:txBody>
      </p:sp>
    </p:spTree>
    <p:extLst>
      <p:ext uri="{BB962C8B-B14F-4D97-AF65-F5344CB8AC3E}">
        <p14:creationId xmlns:p14="http://schemas.microsoft.com/office/powerpoint/2010/main" val="289565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B827F8-64DA-4384-B922-3AE39A1ED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B3B827F8-64DA-4384-B922-3AE39A1ED0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B3B827F8-64DA-4384-B922-3AE39A1ED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B3B827F8-64DA-4384-B922-3AE39A1ED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FE8A77-DCBE-47CD-B48D-2925F194FB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graphicEl>
                                              <a:dgm id="{93FE8A77-DCBE-47CD-B48D-2925F194FB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graphicEl>
                                              <a:dgm id="{93FE8A77-DCBE-47CD-B48D-2925F194FB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graphicEl>
                                              <a:dgm id="{93FE8A77-DCBE-47CD-B48D-2925F194FB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86365DA-504B-4C36-827D-00BD63FE0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graphicEl>
                                              <a:dgm id="{186365DA-504B-4C36-827D-00BD63FE0A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graphicEl>
                                              <a:dgm id="{186365DA-504B-4C36-827D-00BD63FE0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graphicEl>
                                              <a:dgm id="{186365DA-504B-4C36-827D-00BD63FE0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30B42C-74C3-4A2B-ADEC-C9B02F43D2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graphicEl>
                                              <a:dgm id="{8430B42C-74C3-4A2B-ADEC-C9B02F43D2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graphicEl>
                                              <a:dgm id="{8430B42C-74C3-4A2B-ADEC-C9B02F43D2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graphicEl>
                                              <a:dgm id="{8430B42C-74C3-4A2B-ADEC-C9B02F43D2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47C8094-740C-4B62-8D0F-A1EA2FD8ED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graphicEl>
                                              <a:dgm id="{647C8094-740C-4B62-8D0F-A1EA2FD8ED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graphicEl>
                                              <a:dgm id="{647C8094-740C-4B62-8D0F-A1EA2FD8ED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graphicEl>
                                              <a:dgm id="{647C8094-740C-4B62-8D0F-A1EA2FD8ED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What is DevOps?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650516" y="1644868"/>
            <a:ext cx="4352408" cy="2485698"/>
            <a:chOff x="24408" y="1949668"/>
            <a:chExt cx="2857500" cy="1684930"/>
          </a:xfrm>
        </p:grpSpPr>
        <p:pic>
          <p:nvPicPr>
            <p:cNvPr id="30" name="Picture 2" descr="devops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08" y="1949668"/>
              <a:ext cx="2857500" cy="13430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/>
            <p:cNvSpPr txBox="1"/>
            <p:nvPr/>
          </p:nvSpPr>
          <p:spPr>
            <a:xfrm>
              <a:off x="941588" y="3246800"/>
              <a:ext cx="1738617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/>
                <a:t>Traditional</a:t>
              </a:r>
              <a:endParaRPr lang="en-GB" sz="24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090364" y="3176982"/>
            <a:ext cx="5072684" cy="3596808"/>
            <a:chOff x="5364088" y="4005064"/>
            <a:chExt cx="3449934" cy="2520280"/>
          </a:xfrm>
        </p:grpSpPr>
        <p:pic>
          <p:nvPicPr>
            <p:cNvPr id="33" name="Picture 6" descr="devopsPaa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4354139"/>
              <a:ext cx="3416977" cy="217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6300192" y="4005064"/>
              <a:ext cx="2513830" cy="387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/>
                <a:t>DCSC-preferred</a:t>
              </a:r>
              <a:endParaRPr lang="en-GB" sz="2400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146519" y="4513137"/>
            <a:ext cx="4215274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0" dirty="0"/>
              <a:t>DevOps is “…the org structure that lets you release as fast as possible without losing control”</a:t>
            </a:r>
            <a:r>
              <a:rPr lang="en-GB" sz="2800" dirty="0"/>
              <a:t>			</a:t>
            </a:r>
            <a:r>
              <a:rPr lang="en-GB" sz="1600" dirty="0"/>
              <a:t>~</a:t>
            </a:r>
            <a:r>
              <a:rPr lang="en-GB" sz="1800" i="1" dirty="0" smtClean="0"/>
              <a:t>Markos </a:t>
            </a:r>
            <a:r>
              <a:rPr lang="en-GB" sz="1800" i="1" dirty="0"/>
              <a:t>Rendell</a:t>
            </a:r>
          </a:p>
        </p:txBody>
      </p:sp>
    </p:spTree>
    <p:extLst>
      <p:ext uri="{BB962C8B-B14F-4D97-AF65-F5344CB8AC3E}">
        <p14:creationId xmlns:p14="http://schemas.microsoft.com/office/powerpoint/2010/main" val="168587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What is DevOps?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88" y="1752016"/>
            <a:ext cx="8261776" cy="4485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7055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REVIEW: What is DevOps?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197350" y="6057900"/>
            <a:ext cx="830263" cy="539750"/>
          </a:xfrm>
          <a:prstGeom prst="rect">
            <a:avLst/>
          </a:pr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197350" y="6057900"/>
            <a:ext cx="830263" cy="539750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235450" y="6165850"/>
            <a:ext cx="7096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400" b="0" i="0" dirty="0">
                <a:solidFill>
                  <a:srgbClr val="000000"/>
                </a:solidFill>
              </a:rPr>
              <a:t>Code</a:t>
            </a:r>
            <a:br>
              <a:rPr lang="en-GB" altLang="en-US" sz="1400" b="0" i="0" dirty="0">
                <a:solidFill>
                  <a:srgbClr val="000000"/>
                </a:solidFill>
              </a:rPr>
            </a:br>
            <a:r>
              <a:rPr lang="en-GB" altLang="en-US" sz="1400" b="0" i="0" dirty="0">
                <a:solidFill>
                  <a:srgbClr val="000000"/>
                </a:solidFill>
              </a:rPr>
              <a:t>Unit Test</a:t>
            </a:r>
            <a:endParaRPr lang="en-GB" altLang="en-US" sz="1400" i="0" dirty="0">
              <a:solidFill>
                <a:schemeClr val="tx1"/>
              </a:solidFill>
            </a:endParaRPr>
          </a:p>
        </p:txBody>
      </p: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5360988" y="5157788"/>
            <a:ext cx="828675" cy="539750"/>
            <a:chOff x="3377" y="3152"/>
            <a:chExt cx="522" cy="340"/>
          </a:xfrm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3377" y="3152"/>
              <a:ext cx="522" cy="340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3377" y="3152"/>
              <a:ext cx="522" cy="340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575" y="3280"/>
              <a:ext cx="23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CUT</a:t>
              </a:r>
              <a:endParaRPr lang="en-GB" altLang="en-US" sz="1400" i="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377" y="3152"/>
              <a:ext cx="522" cy="340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3377" y="3152"/>
              <a:ext cx="522" cy="340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9" name="Rectangle 12"/>
            <p:cNvSpPr>
              <a:spLocks noChangeArrowheads="1"/>
            </p:cNvSpPr>
            <p:nvPr/>
          </p:nvSpPr>
          <p:spPr bwMode="auto">
            <a:xfrm>
              <a:off x="3436" y="3280"/>
              <a:ext cx="45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Link Test</a:t>
              </a:r>
              <a:endParaRPr lang="en-GB" altLang="en-US" sz="1400" i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3"/>
          <p:cNvGrpSpPr>
            <a:grpSpLocks/>
          </p:cNvGrpSpPr>
          <p:nvPr/>
        </p:nvGrpSpPr>
        <p:grpSpPr bwMode="auto">
          <a:xfrm>
            <a:off x="6248400" y="4078288"/>
            <a:ext cx="831850" cy="539750"/>
            <a:chOff x="3936" y="2569"/>
            <a:chExt cx="524" cy="340"/>
          </a:xfrm>
        </p:grpSpPr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3936" y="2569"/>
              <a:ext cx="524" cy="340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936" y="2569"/>
              <a:ext cx="524" cy="340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967" y="2655"/>
              <a:ext cx="48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Assembly</a:t>
              </a:r>
              <a:br>
                <a:rPr lang="en-GB" altLang="en-US" sz="1400" b="0" i="0" dirty="0">
                  <a:solidFill>
                    <a:srgbClr val="000000"/>
                  </a:solidFill>
                </a:rPr>
              </a:br>
              <a:r>
                <a:rPr lang="en-GB" altLang="en-US" sz="1400" b="0" i="0" dirty="0">
                  <a:solidFill>
                    <a:srgbClr val="000000"/>
                  </a:solidFill>
                </a:rPr>
                <a:t>Test</a:t>
              </a:r>
              <a:endParaRPr lang="en-GB" altLang="en-US" sz="1400" i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17"/>
          <p:cNvGrpSpPr>
            <a:grpSpLocks/>
          </p:cNvGrpSpPr>
          <p:nvPr/>
        </p:nvGrpSpPr>
        <p:grpSpPr bwMode="auto">
          <a:xfrm>
            <a:off x="7021513" y="3178175"/>
            <a:ext cx="831850" cy="539750"/>
            <a:chOff x="4423" y="2002"/>
            <a:chExt cx="524" cy="340"/>
          </a:xfrm>
        </p:grpSpPr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4423" y="2002"/>
              <a:ext cx="524" cy="340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4423" y="2002"/>
              <a:ext cx="524" cy="340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4467" y="2019"/>
              <a:ext cx="454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Business</a:t>
              </a:r>
              <a:br>
                <a:rPr lang="en-GB" altLang="en-US" sz="1400" b="0" i="0" dirty="0">
                  <a:solidFill>
                    <a:srgbClr val="000000"/>
                  </a:solidFill>
                </a:rPr>
              </a:br>
              <a:r>
                <a:rPr lang="en-GB" altLang="en-US" sz="1400" b="0" i="0" dirty="0">
                  <a:solidFill>
                    <a:srgbClr val="000000"/>
                  </a:solidFill>
                </a:rPr>
                <a:t>Process </a:t>
              </a:r>
            </a:p>
            <a:p>
              <a:pPr algn="ctr"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Test</a:t>
              </a:r>
              <a:endParaRPr lang="en-GB" altLang="en-US" sz="1400" i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Freeform 21"/>
          <p:cNvSpPr>
            <a:spLocks/>
          </p:cNvSpPr>
          <p:nvPr/>
        </p:nvSpPr>
        <p:spPr bwMode="auto">
          <a:xfrm>
            <a:off x="1793875" y="3795713"/>
            <a:ext cx="317500" cy="204787"/>
          </a:xfrm>
          <a:custGeom>
            <a:avLst/>
            <a:gdLst>
              <a:gd name="T0" fmla="*/ 0 w 216"/>
              <a:gd name="T1" fmla="*/ 65 h 129"/>
              <a:gd name="T2" fmla="*/ 108 w 216"/>
              <a:gd name="T3" fmla="*/ 0 h 129"/>
              <a:gd name="T4" fmla="*/ 216 w 216"/>
              <a:gd name="T5" fmla="*/ 65 h 129"/>
              <a:gd name="T6" fmla="*/ 108 w 216"/>
              <a:gd name="T7" fmla="*/ 129 h 129"/>
              <a:gd name="T8" fmla="*/ 0 w 216"/>
              <a:gd name="T9" fmla="*/ 65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29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29"/>
                </a:lnTo>
                <a:lnTo>
                  <a:pt x="0" y="65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29" name="Freeform 22"/>
          <p:cNvSpPr>
            <a:spLocks/>
          </p:cNvSpPr>
          <p:nvPr/>
        </p:nvSpPr>
        <p:spPr bwMode="auto">
          <a:xfrm>
            <a:off x="1793875" y="3795713"/>
            <a:ext cx="317500" cy="204787"/>
          </a:xfrm>
          <a:custGeom>
            <a:avLst/>
            <a:gdLst>
              <a:gd name="T0" fmla="*/ 0 w 216"/>
              <a:gd name="T1" fmla="*/ 65 h 129"/>
              <a:gd name="T2" fmla="*/ 108 w 216"/>
              <a:gd name="T3" fmla="*/ 0 h 129"/>
              <a:gd name="T4" fmla="*/ 216 w 216"/>
              <a:gd name="T5" fmla="*/ 65 h 129"/>
              <a:gd name="T6" fmla="*/ 108 w 216"/>
              <a:gd name="T7" fmla="*/ 129 h 129"/>
              <a:gd name="T8" fmla="*/ 0 w 216"/>
              <a:gd name="T9" fmla="*/ 65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29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29"/>
                </a:lnTo>
                <a:lnTo>
                  <a:pt x="0" y="65"/>
                </a:lnTo>
                <a:close/>
              </a:path>
            </a:pathLst>
          </a:custGeom>
          <a:solidFill>
            <a:srgbClr val="FFCC99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30" name="Freeform 23"/>
          <p:cNvSpPr>
            <a:spLocks/>
          </p:cNvSpPr>
          <p:nvPr/>
        </p:nvSpPr>
        <p:spPr bwMode="auto">
          <a:xfrm>
            <a:off x="2700338" y="4797425"/>
            <a:ext cx="315912" cy="206375"/>
          </a:xfrm>
          <a:custGeom>
            <a:avLst/>
            <a:gdLst>
              <a:gd name="T0" fmla="*/ 0 w 216"/>
              <a:gd name="T1" fmla="*/ 65 h 130"/>
              <a:gd name="T2" fmla="*/ 108 w 216"/>
              <a:gd name="T3" fmla="*/ 0 h 130"/>
              <a:gd name="T4" fmla="*/ 216 w 216"/>
              <a:gd name="T5" fmla="*/ 65 h 130"/>
              <a:gd name="T6" fmla="*/ 108 w 216"/>
              <a:gd name="T7" fmla="*/ 130 h 130"/>
              <a:gd name="T8" fmla="*/ 0 w 216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30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31" name="Freeform 24"/>
          <p:cNvSpPr>
            <a:spLocks/>
          </p:cNvSpPr>
          <p:nvPr/>
        </p:nvSpPr>
        <p:spPr bwMode="auto">
          <a:xfrm>
            <a:off x="2700338" y="4797425"/>
            <a:ext cx="315912" cy="206375"/>
          </a:xfrm>
          <a:custGeom>
            <a:avLst/>
            <a:gdLst>
              <a:gd name="T0" fmla="*/ 0 w 216"/>
              <a:gd name="T1" fmla="*/ 65 h 130"/>
              <a:gd name="T2" fmla="*/ 108 w 216"/>
              <a:gd name="T3" fmla="*/ 0 h 130"/>
              <a:gd name="T4" fmla="*/ 216 w 216"/>
              <a:gd name="T5" fmla="*/ 65 h 130"/>
              <a:gd name="T6" fmla="*/ 108 w 216"/>
              <a:gd name="T7" fmla="*/ 130 h 130"/>
              <a:gd name="T8" fmla="*/ 0 w 216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30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FFFF66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32" name="Freeform 25"/>
          <p:cNvSpPr>
            <a:spLocks/>
          </p:cNvSpPr>
          <p:nvPr/>
        </p:nvSpPr>
        <p:spPr bwMode="auto">
          <a:xfrm>
            <a:off x="3714750" y="5954713"/>
            <a:ext cx="314325" cy="206375"/>
          </a:xfrm>
          <a:custGeom>
            <a:avLst/>
            <a:gdLst>
              <a:gd name="T0" fmla="*/ 0 w 215"/>
              <a:gd name="T1" fmla="*/ 65 h 130"/>
              <a:gd name="T2" fmla="*/ 108 w 215"/>
              <a:gd name="T3" fmla="*/ 0 h 130"/>
              <a:gd name="T4" fmla="*/ 215 w 215"/>
              <a:gd name="T5" fmla="*/ 65 h 130"/>
              <a:gd name="T6" fmla="*/ 108 w 215"/>
              <a:gd name="T7" fmla="*/ 130 h 130"/>
              <a:gd name="T8" fmla="*/ 0 w 215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30">
                <a:moveTo>
                  <a:pt x="0" y="65"/>
                </a:moveTo>
                <a:lnTo>
                  <a:pt x="108" y="0"/>
                </a:lnTo>
                <a:lnTo>
                  <a:pt x="215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33" name="Freeform 26"/>
          <p:cNvSpPr>
            <a:spLocks/>
          </p:cNvSpPr>
          <p:nvPr/>
        </p:nvSpPr>
        <p:spPr bwMode="auto">
          <a:xfrm>
            <a:off x="3714750" y="5954713"/>
            <a:ext cx="314325" cy="206375"/>
          </a:xfrm>
          <a:custGeom>
            <a:avLst/>
            <a:gdLst>
              <a:gd name="T0" fmla="*/ 0 w 215"/>
              <a:gd name="T1" fmla="*/ 65 h 130"/>
              <a:gd name="T2" fmla="*/ 108 w 215"/>
              <a:gd name="T3" fmla="*/ 0 h 130"/>
              <a:gd name="T4" fmla="*/ 215 w 215"/>
              <a:gd name="T5" fmla="*/ 65 h 130"/>
              <a:gd name="T6" fmla="*/ 108 w 215"/>
              <a:gd name="T7" fmla="*/ 130 h 130"/>
              <a:gd name="T8" fmla="*/ 0 w 215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30">
                <a:moveTo>
                  <a:pt x="0" y="65"/>
                </a:moveTo>
                <a:lnTo>
                  <a:pt x="108" y="0"/>
                </a:lnTo>
                <a:lnTo>
                  <a:pt x="215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99FF66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34" name="Freeform 27"/>
          <p:cNvSpPr>
            <a:spLocks/>
          </p:cNvSpPr>
          <p:nvPr/>
        </p:nvSpPr>
        <p:spPr bwMode="auto">
          <a:xfrm>
            <a:off x="5192713" y="5954713"/>
            <a:ext cx="317500" cy="206375"/>
          </a:xfrm>
          <a:custGeom>
            <a:avLst/>
            <a:gdLst>
              <a:gd name="T0" fmla="*/ 0 w 216"/>
              <a:gd name="T1" fmla="*/ 65 h 130"/>
              <a:gd name="T2" fmla="*/ 108 w 216"/>
              <a:gd name="T3" fmla="*/ 0 h 130"/>
              <a:gd name="T4" fmla="*/ 216 w 216"/>
              <a:gd name="T5" fmla="*/ 65 h 130"/>
              <a:gd name="T6" fmla="*/ 108 w 216"/>
              <a:gd name="T7" fmla="*/ 130 h 130"/>
              <a:gd name="T8" fmla="*/ 0 w 216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30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35" name="Freeform 28"/>
          <p:cNvSpPr>
            <a:spLocks/>
          </p:cNvSpPr>
          <p:nvPr/>
        </p:nvSpPr>
        <p:spPr bwMode="auto">
          <a:xfrm>
            <a:off x="5192713" y="5954713"/>
            <a:ext cx="317500" cy="206375"/>
          </a:xfrm>
          <a:custGeom>
            <a:avLst/>
            <a:gdLst>
              <a:gd name="T0" fmla="*/ 0 w 216"/>
              <a:gd name="T1" fmla="*/ 65 h 130"/>
              <a:gd name="T2" fmla="*/ 108 w 216"/>
              <a:gd name="T3" fmla="*/ 0 h 130"/>
              <a:gd name="T4" fmla="*/ 216 w 216"/>
              <a:gd name="T5" fmla="*/ 65 h 130"/>
              <a:gd name="T6" fmla="*/ 108 w 216"/>
              <a:gd name="T7" fmla="*/ 130 h 130"/>
              <a:gd name="T8" fmla="*/ 0 w 216"/>
              <a:gd name="T9" fmla="*/ 6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30">
                <a:moveTo>
                  <a:pt x="0" y="65"/>
                </a:moveTo>
                <a:lnTo>
                  <a:pt x="108" y="0"/>
                </a:lnTo>
                <a:lnTo>
                  <a:pt x="216" y="65"/>
                </a:lnTo>
                <a:lnTo>
                  <a:pt x="108" y="130"/>
                </a:lnTo>
                <a:lnTo>
                  <a:pt x="0" y="65"/>
                </a:lnTo>
                <a:close/>
              </a:path>
            </a:pathLst>
          </a:custGeom>
          <a:solidFill>
            <a:srgbClr val="99FF66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36" name="Freeform 29"/>
          <p:cNvSpPr>
            <a:spLocks/>
          </p:cNvSpPr>
          <p:nvPr/>
        </p:nvSpPr>
        <p:spPr bwMode="auto">
          <a:xfrm>
            <a:off x="6199188" y="4870450"/>
            <a:ext cx="314325" cy="204788"/>
          </a:xfrm>
          <a:custGeom>
            <a:avLst/>
            <a:gdLst>
              <a:gd name="T0" fmla="*/ 0 w 215"/>
              <a:gd name="T1" fmla="*/ 64 h 129"/>
              <a:gd name="T2" fmla="*/ 108 w 215"/>
              <a:gd name="T3" fmla="*/ 0 h 129"/>
              <a:gd name="T4" fmla="*/ 215 w 215"/>
              <a:gd name="T5" fmla="*/ 64 h 129"/>
              <a:gd name="T6" fmla="*/ 108 w 215"/>
              <a:gd name="T7" fmla="*/ 129 h 129"/>
              <a:gd name="T8" fmla="*/ 0 w 215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4"/>
                </a:moveTo>
                <a:lnTo>
                  <a:pt x="108" y="0"/>
                </a:lnTo>
                <a:lnTo>
                  <a:pt x="215" y="64"/>
                </a:lnTo>
                <a:lnTo>
                  <a:pt x="108" y="129"/>
                </a:lnTo>
                <a:lnTo>
                  <a:pt x="0" y="64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37" name="Freeform 30"/>
          <p:cNvSpPr>
            <a:spLocks/>
          </p:cNvSpPr>
          <p:nvPr/>
        </p:nvSpPr>
        <p:spPr bwMode="auto">
          <a:xfrm>
            <a:off x="6199188" y="4870450"/>
            <a:ext cx="314325" cy="204788"/>
          </a:xfrm>
          <a:custGeom>
            <a:avLst/>
            <a:gdLst>
              <a:gd name="T0" fmla="*/ 0 w 215"/>
              <a:gd name="T1" fmla="*/ 64 h 129"/>
              <a:gd name="T2" fmla="*/ 108 w 215"/>
              <a:gd name="T3" fmla="*/ 0 h 129"/>
              <a:gd name="T4" fmla="*/ 215 w 215"/>
              <a:gd name="T5" fmla="*/ 64 h 129"/>
              <a:gd name="T6" fmla="*/ 108 w 215"/>
              <a:gd name="T7" fmla="*/ 129 h 129"/>
              <a:gd name="T8" fmla="*/ 0 w 215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4"/>
                </a:moveTo>
                <a:lnTo>
                  <a:pt x="108" y="0"/>
                </a:lnTo>
                <a:lnTo>
                  <a:pt x="215" y="64"/>
                </a:lnTo>
                <a:lnTo>
                  <a:pt x="108" y="129"/>
                </a:lnTo>
                <a:lnTo>
                  <a:pt x="0" y="64"/>
                </a:lnTo>
                <a:close/>
              </a:path>
            </a:pathLst>
          </a:custGeom>
          <a:solidFill>
            <a:srgbClr val="99CCFF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38" name="Freeform 31"/>
          <p:cNvSpPr>
            <a:spLocks/>
          </p:cNvSpPr>
          <p:nvPr/>
        </p:nvSpPr>
        <p:spPr bwMode="auto">
          <a:xfrm>
            <a:off x="7080250" y="3867150"/>
            <a:ext cx="314325" cy="204788"/>
          </a:xfrm>
          <a:custGeom>
            <a:avLst/>
            <a:gdLst>
              <a:gd name="T0" fmla="*/ 0 w 215"/>
              <a:gd name="T1" fmla="*/ 65 h 129"/>
              <a:gd name="T2" fmla="*/ 107 w 215"/>
              <a:gd name="T3" fmla="*/ 0 h 129"/>
              <a:gd name="T4" fmla="*/ 215 w 215"/>
              <a:gd name="T5" fmla="*/ 65 h 129"/>
              <a:gd name="T6" fmla="*/ 107 w 215"/>
              <a:gd name="T7" fmla="*/ 129 h 129"/>
              <a:gd name="T8" fmla="*/ 0 w 215"/>
              <a:gd name="T9" fmla="*/ 65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5"/>
                </a:moveTo>
                <a:lnTo>
                  <a:pt x="107" y="0"/>
                </a:lnTo>
                <a:lnTo>
                  <a:pt x="215" y="65"/>
                </a:lnTo>
                <a:lnTo>
                  <a:pt x="107" y="129"/>
                </a:lnTo>
                <a:lnTo>
                  <a:pt x="0" y="65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39" name="Freeform 32"/>
          <p:cNvSpPr>
            <a:spLocks/>
          </p:cNvSpPr>
          <p:nvPr/>
        </p:nvSpPr>
        <p:spPr bwMode="auto">
          <a:xfrm>
            <a:off x="7080250" y="3867150"/>
            <a:ext cx="314325" cy="204788"/>
          </a:xfrm>
          <a:custGeom>
            <a:avLst/>
            <a:gdLst>
              <a:gd name="T0" fmla="*/ 0 w 215"/>
              <a:gd name="T1" fmla="*/ 65 h 129"/>
              <a:gd name="T2" fmla="*/ 107 w 215"/>
              <a:gd name="T3" fmla="*/ 0 h 129"/>
              <a:gd name="T4" fmla="*/ 215 w 215"/>
              <a:gd name="T5" fmla="*/ 65 h 129"/>
              <a:gd name="T6" fmla="*/ 107 w 215"/>
              <a:gd name="T7" fmla="*/ 129 h 129"/>
              <a:gd name="T8" fmla="*/ 0 w 215"/>
              <a:gd name="T9" fmla="*/ 65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5"/>
                </a:moveTo>
                <a:lnTo>
                  <a:pt x="107" y="0"/>
                </a:lnTo>
                <a:lnTo>
                  <a:pt x="215" y="65"/>
                </a:lnTo>
                <a:lnTo>
                  <a:pt x="107" y="129"/>
                </a:lnTo>
                <a:lnTo>
                  <a:pt x="0" y="65"/>
                </a:lnTo>
                <a:close/>
              </a:path>
            </a:pathLst>
          </a:custGeom>
          <a:solidFill>
            <a:srgbClr val="CC99FF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2185988" y="3716338"/>
            <a:ext cx="5143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Design </a:t>
            </a:r>
          </a:p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3121025" y="4724400"/>
            <a:ext cx="5143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Design </a:t>
            </a:r>
          </a:p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2" name="Rectangle 35"/>
          <p:cNvSpPr>
            <a:spLocks noChangeArrowheads="1"/>
          </p:cNvSpPr>
          <p:nvPr/>
        </p:nvSpPr>
        <p:spPr bwMode="auto">
          <a:xfrm>
            <a:off x="3890963" y="5684838"/>
            <a:ext cx="49688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Design</a:t>
            </a:r>
          </a:p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3" name="Rectangle 36"/>
          <p:cNvSpPr>
            <a:spLocks noChangeArrowheads="1"/>
          </p:cNvSpPr>
          <p:nvPr/>
        </p:nvSpPr>
        <p:spPr bwMode="auto">
          <a:xfrm>
            <a:off x="4752975" y="5805488"/>
            <a:ext cx="901700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Code 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4" name="Rectangle 37"/>
          <p:cNvSpPr>
            <a:spLocks noChangeArrowheads="1"/>
          </p:cNvSpPr>
          <p:nvPr/>
        </p:nvSpPr>
        <p:spPr bwMode="auto">
          <a:xfrm>
            <a:off x="5670550" y="4718050"/>
            <a:ext cx="8366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Test 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5" name="Rectangle 38"/>
          <p:cNvSpPr>
            <a:spLocks noChangeArrowheads="1"/>
          </p:cNvSpPr>
          <p:nvPr/>
        </p:nvSpPr>
        <p:spPr bwMode="auto">
          <a:xfrm>
            <a:off x="6319838" y="3760788"/>
            <a:ext cx="836612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Test Review</a:t>
            </a:r>
            <a:endParaRPr lang="en-GB" altLang="en-US" sz="1200" i="0" dirty="0">
              <a:solidFill>
                <a:schemeClr val="tx1"/>
              </a:solidFill>
            </a:endParaRPr>
          </a:p>
        </p:txBody>
      </p:sp>
      <p:sp>
        <p:nvSpPr>
          <p:cNvPr id="46" name="Freeform 39"/>
          <p:cNvSpPr>
            <a:spLocks/>
          </p:cNvSpPr>
          <p:nvPr/>
        </p:nvSpPr>
        <p:spPr bwMode="auto">
          <a:xfrm>
            <a:off x="1695450" y="3717925"/>
            <a:ext cx="26988" cy="123825"/>
          </a:xfrm>
          <a:custGeom>
            <a:avLst/>
            <a:gdLst>
              <a:gd name="T0" fmla="*/ 0 w 18"/>
              <a:gd name="T1" fmla="*/ 0 h 78"/>
              <a:gd name="T2" fmla="*/ 18 w 18"/>
              <a:gd name="T3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" h="78">
                <a:moveTo>
                  <a:pt x="0" y="0"/>
                </a:moveTo>
                <a:cubicBezTo>
                  <a:pt x="0" y="29"/>
                  <a:pt x="6" y="57"/>
                  <a:pt x="18" y="78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47" name="Freeform 40"/>
          <p:cNvSpPr>
            <a:spLocks/>
          </p:cNvSpPr>
          <p:nvPr/>
        </p:nvSpPr>
        <p:spPr bwMode="auto">
          <a:xfrm>
            <a:off x="1697038" y="3808413"/>
            <a:ext cx="96837" cy="90487"/>
          </a:xfrm>
          <a:custGeom>
            <a:avLst/>
            <a:gdLst>
              <a:gd name="T0" fmla="*/ 26 w 66"/>
              <a:gd name="T1" fmla="*/ 0 h 57"/>
              <a:gd name="T2" fmla="*/ 66 w 66"/>
              <a:gd name="T3" fmla="*/ 57 h 57"/>
              <a:gd name="T4" fmla="*/ 0 w 66"/>
              <a:gd name="T5" fmla="*/ 36 h 57"/>
              <a:gd name="T6" fmla="*/ 26 w 66"/>
              <a:gd name="T7" fmla="*/ 0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57">
                <a:moveTo>
                  <a:pt x="26" y="0"/>
                </a:moveTo>
                <a:lnTo>
                  <a:pt x="66" y="57"/>
                </a:lnTo>
                <a:lnTo>
                  <a:pt x="0" y="36"/>
                </a:lnTo>
                <a:lnTo>
                  <a:pt x="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48" name="Freeform 41"/>
          <p:cNvSpPr>
            <a:spLocks/>
          </p:cNvSpPr>
          <p:nvPr/>
        </p:nvSpPr>
        <p:spPr bwMode="auto">
          <a:xfrm>
            <a:off x="1952625" y="4000500"/>
            <a:ext cx="174625" cy="295275"/>
          </a:xfrm>
          <a:custGeom>
            <a:avLst/>
            <a:gdLst>
              <a:gd name="T0" fmla="*/ 0 w 119"/>
              <a:gd name="T1" fmla="*/ 0 h 186"/>
              <a:gd name="T2" fmla="*/ 119 w 119"/>
              <a:gd name="T3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9" h="186">
                <a:moveTo>
                  <a:pt x="0" y="0"/>
                </a:moveTo>
                <a:cubicBezTo>
                  <a:pt x="39" y="77"/>
                  <a:pt x="84" y="146"/>
                  <a:pt x="119" y="186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49" name="Rectangle 42"/>
          <p:cNvSpPr>
            <a:spLocks noChangeArrowheads="1"/>
          </p:cNvSpPr>
          <p:nvPr/>
        </p:nvSpPr>
        <p:spPr bwMode="auto">
          <a:xfrm>
            <a:off x="2201863" y="4078288"/>
            <a:ext cx="830262" cy="539750"/>
          </a:xfrm>
          <a:prstGeom prst="rect">
            <a:avLst/>
          </a:pr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0" name="Rectangle 43"/>
          <p:cNvSpPr>
            <a:spLocks noChangeArrowheads="1"/>
          </p:cNvSpPr>
          <p:nvPr/>
        </p:nvSpPr>
        <p:spPr bwMode="auto">
          <a:xfrm>
            <a:off x="2201863" y="4078288"/>
            <a:ext cx="830262" cy="539750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2332038" y="4221163"/>
            <a:ext cx="552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400" b="0" i="0" dirty="0">
                <a:solidFill>
                  <a:srgbClr val="000000"/>
                </a:solidFill>
              </a:rPr>
              <a:t>Func.</a:t>
            </a:r>
            <a:br>
              <a:rPr lang="en-GB" altLang="en-US" sz="1400" b="0" i="0" dirty="0">
                <a:solidFill>
                  <a:srgbClr val="000000"/>
                </a:solidFill>
              </a:rPr>
            </a:br>
            <a:r>
              <a:rPr lang="en-GB" altLang="en-US" sz="1400" b="0" i="0" dirty="0">
                <a:solidFill>
                  <a:srgbClr val="000000"/>
                </a:solidFill>
              </a:rPr>
              <a:t>Design</a:t>
            </a:r>
            <a:endParaRPr lang="en-GB" altLang="en-US" sz="1400" i="0" dirty="0">
              <a:solidFill>
                <a:schemeClr val="tx1"/>
              </a:solidFill>
            </a:endParaRPr>
          </a:p>
        </p:txBody>
      </p:sp>
      <p:sp>
        <p:nvSpPr>
          <p:cNvPr id="52" name="Freeform 45"/>
          <p:cNvSpPr>
            <a:spLocks/>
          </p:cNvSpPr>
          <p:nvPr/>
        </p:nvSpPr>
        <p:spPr bwMode="auto">
          <a:xfrm>
            <a:off x="2103438" y="4260850"/>
            <a:ext cx="98425" cy="87313"/>
          </a:xfrm>
          <a:custGeom>
            <a:avLst/>
            <a:gdLst>
              <a:gd name="T0" fmla="*/ 24 w 67"/>
              <a:gd name="T1" fmla="*/ 0 h 55"/>
              <a:gd name="T2" fmla="*/ 67 w 67"/>
              <a:gd name="T3" fmla="*/ 55 h 55"/>
              <a:gd name="T4" fmla="*/ 0 w 67"/>
              <a:gd name="T5" fmla="*/ 37 h 55"/>
              <a:gd name="T6" fmla="*/ 24 w 67"/>
              <a:gd name="T7" fmla="*/ 0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" h="55">
                <a:moveTo>
                  <a:pt x="24" y="0"/>
                </a:moveTo>
                <a:lnTo>
                  <a:pt x="67" y="55"/>
                </a:lnTo>
                <a:lnTo>
                  <a:pt x="0" y="37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3" name="Rectangle 46"/>
          <p:cNvSpPr>
            <a:spLocks noChangeArrowheads="1"/>
          </p:cNvSpPr>
          <p:nvPr/>
        </p:nvSpPr>
        <p:spPr bwMode="auto">
          <a:xfrm>
            <a:off x="3032125" y="5157788"/>
            <a:ext cx="831850" cy="539750"/>
          </a:xfrm>
          <a:prstGeom prst="rect">
            <a:avLst/>
          </a:pr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4" name="Rectangle 47"/>
          <p:cNvSpPr>
            <a:spLocks noChangeArrowheads="1"/>
          </p:cNvSpPr>
          <p:nvPr/>
        </p:nvSpPr>
        <p:spPr bwMode="auto">
          <a:xfrm>
            <a:off x="3032125" y="5157788"/>
            <a:ext cx="831850" cy="539750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5" name="Rectangle 48"/>
          <p:cNvSpPr>
            <a:spLocks noChangeArrowheads="1"/>
          </p:cNvSpPr>
          <p:nvPr/>
        </p:nvSpPr>
        <p:spPr bwMode="auto">
          <a:xfrm>
            <a:off x="3059113" y="5297488"/>
            <a:ext cx="7921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400" b="0" i="0" dirty="0">
                <a:solidFill>
                  <a:srgbClr val="000000"/>
                </a:solidFill>
              </a:rPr>
              <a:t>Tech</a:t>
            </a:r>
            <a:br>
              <a:rPr lang="en-GB" altLang="en-US" sz="1400" b="0" i="0" dirty="0">
                <a:solidFill>
                  <a:srgbClr val="000000"/>
                </a:solidFill>
              </a:rPr>
            </a:br>
            <a:r>
              <a:rPr lang="en-GB" altLang="en-US" sz="1400" b="0" i="0" dirty="0">
                <a:solidFill>
                  <a:srgbClr val="000000"/>
                </a:solidFill>
              </a:rPr>
              <a:t>Design</a:t>
            </a:r>
            <a:endParaRPr lang="en-GB" altLang="en-US" sz="1400" i="0" dirty="0">
              <a:solidFill>
                <a:schemeClr val="tx1"/>
              </a:solidFill>
            </a:endParaRPr>
          </a:p>
        </p:txBody>
      </p:sp>
      <p:sp>
        <p:nvSpPr>
          <p:cNvPr id="56" name="Freeform 49"/>
          <p:cNvSpPr>
            <a:spLocks/>
          </p:cNvSpPr>
          <p:nvPr/>
        </p:nvSpPr>
        <p:spPr bwMode="auto">
          <a:xfrm>
            <a:off x="2859088" y="5003800"/>
            <a:ext cx="95250" cy="379413"/>
          </a:xfrm>
          <a:custGeom>
            <a:avLst/>
            <a:gdLst>
              <a:gd name="T0" fmla="*/ 0 w 66"/>
              <a:gd name="T1" fmla="*/ 0 h 239"/>
              <a:gd name="T2" fmla="*/ 66 w 66"/>
              <a:gd name="T3" fmla="*/ 239 h 23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" h="239">
                <a:moveTo>
                  <a:pt x="0" y="0"/>
                </a:moveTo>
                <a:cubicBezTo>
                  <a:pt x="0" y="101"/>
                  <a:pt x="26" y="193"/>
                  <a:pt x="66" y="239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7" name="Freeform 50"/>
          <p:cNvSpPr>
            <a:spLocks/>
          </p:cNvSpPr>
          <p:nvPr/>
        </p:nvSpPr>
        <p:spPr bwMode="auto">
          <a:xfrm>
            <a:off x="2932113" y="5348288"/>
            <a:ext cx="100012" cy="79375"/>
          </a:xfrm>
          <a:custGeom>
            <a:avLst/>
            <a:gdLst>
              <a:gd name="T0" fmla="*/ 21 w 69"/>
              <a:gd name="T1" fmla="*/ 0 h 50"/>
              <a:gd name="T2" fmla="*/ 69 w 69"/>
              <a:gd name="T3" fmla="*/ 50 h 50"/>
              <a:gd name="T4" fmla="*/ 0 w 69"/>
              <a:gd name="T5" fmla="*/ 39 h 50"/>
              <a:gd name="T6" fmla="*/ 21 w 69"/>
              <a:gd name="T7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50">
                <a:moveTo>
                  <a:pt x="21" y="0"/>
                </a:moveTo>
                <a:lnTo>
                  <a:pt x="69" y="50"/>
                </a:lnTo>
                <a:lnTo>
                  <a:pt x="0" y="39"/>
                </a:lnTo>
                <a:lnTo>
                  <a:pt x="2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8" name="Freeform 51"/>
          <p:cNvSpPr>
            <a:spLocks/>
          </p:cNvSpPr>
          <p:nvPr/>
        </p:nvSpPr>
        <p:spPr bwMode="auto">
          <a:xfrm>
            <a:off x="3448050" y="5697538"/>
            <a:ext cx="179388" cy="341312"/>
          </a:xfrm>
          <a:custGeom>
            <a:avLst/>
            <a:gdLst>
              <a:gd name="T0" fmla="*/ 0 w 123"/>
              <a:gd name="T1" fmla="*/ 0 h 215"/>
              <a:gd name="T2" fmla="*/ 123 w 123"/>
              <a:gd name="T3" fmla="*/ 215 h 2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3" h="215">
                <a:moveTo>
                  <a:pt x="0" y="0"/>
                </a:moveTo>
                <a:cubicBezTo>
                  <a:pt x="0" y="97"/>
                  <a:pt x="50" y="183"/>
                  <a:pt x="123" y="215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59" name="Freeform 52"/>
          <p:cNvSpPr>
            <a:spLocks/>
          </p:cNvSpPr>
          <p:nvPr/>
        </p:nvSpPr>
        <p:spPr bwMode="auto">
          <a:xfrm>
            <a:off x="3613150" y="6002338"/>
            <a:ext cx="101600" cy="68262"/>
          </a:xfrm>
          <a:custGeom>
            <a:avLst/>
            <a:gdLst>
              <a:gd name="T0" fmla="*/ 9 w 69"/>
              <a:gd name="T1" fmla="*/ 0 h 43"/>
              <a:gd name="T2" fmla="*/ 69 w 69"/>
              <a:gd name="T3" fmla="*/ 35 h 43"/>
              <a:gd name="T4" fmla="*/ 0 w 69"/>
              <a:gd name="T5" fmla="*/ 43 h 43"/>
              <a:gd name="T6" fmla="*/ 9 w 69"/>
              <a:gd name="T7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" h="43">
                <a:moveTo>
                  <a:pt x="9" y="0"/>
                </a:moveTo>
                <a:lnTo>
                  <a:pt x="69" y="35"/>
                </a:lnTo>
                <a:lnTo>
                  <a:pt x="0" y="43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0" name="Freeform 53"/>
          <p:cNvSpPr>
            <a:spLocks/>
          </p:cNvSpPr>
          <p:nvPr/>
        </p:nvSpPr>
        <p:spPr bwMode="auto">
          <a:xfrm>
            <a:off x="3873500" y="6161088"/>
            <a:ext cx="233363" cy="160337"/>
          </a:xfrm>
          <a:custGeom>
            <a:avLst/>
            <a:gdLst>
              <a:gd name="T0" fmla="*/ 0 w 160"/>
              <a:gd name="T1" fmla="*/ 0 h 101"/>
              <a:gd name="T2" fmla="*/ 160 w 160"/>
              <a:gd name="T3" fmla="*/ 101 h 10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0" h="101">
                <a:moveTo>
                  <a:pt x="0" y="0"/>
                </a:moveTo>
                <a:cubicBezTo>
                  <a:pt x="0" y="47"/>
                  <a:pt x="65" y="88"/>
                  <a:pt x="160" y="101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1" name="Freeform 54"/>
          <p:cNvSpPr>
            <a:spLocks/>
          </p:cNvSpPr>
          <p:nvPr/>
        </p:nvSpPr>
        <p:spPr bwMode="auto">
          <a:xfrm>
            <a:off x="4097338" y="6286500"/>
            <a:ext cx="100012" cy="69850"/>
          </a:xfrm>
          <a:custGeom>
            <a:avLst/>
            <a:gdLst>
              <a:gd name="T0" fmla="*/ 3 w 68"/>
              <a:gd name="T1" fmla="*/ 0 h 44"/>
              <a:gd name="T2" fmla="*/ 68 w 68"/>
              <a:gd name="T3" fmla="*/ 26 h 44"/>
              <a:gd name="T4" fmla="*/ 0 w 68"/>
              <a:gd name="T5" fmla="*/ 44 h 44"/>
              <a:gd name="T6" fmla="*/ 3 w 68"/>
              <a:gd name="T7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" h="44">
                <a:moveTo>
                  <a:pt x="3" y="0"/>
                </a:moveTo>
                <a:lnTo>
                  <a:pt x="68" y="26"/>
                </a:lnTo>
                <a:lnTo>
                  <a:pt x="0" y="44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2" name="Freeform 55"/>
          <p:cNvSpPr>
            <a:spLocks/>
          </p:cNvSpPr>
          <p:nvPr/>
        </p:nvSpPr>
        <p:spPr bwMode="auto">
          <a:xfrm>
            <a:off x="5027613" y="6245225"/>
            <a:ext cx="280987" cy="82550"/>
          </a:xfrm>
          <a:custGeom>
            <a:avLst/>
            <a:gdLst>
              <a:gd name="T0" fmla="*/ 0 w 191"/>
              <a:gd name="T1" fmla="*/ 52 h 52"/>
              <a:gd name="T2" fmla="*/ 191 w 191"/>
              <a:gd name="T3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1" h="52">
                <a:moveTo>
                  <a:pt x="0" y="52"/>
                </a:moveTo>
                <a:cubicBezTo>
                  <a:pt x="78" y="52"/>
                  <a:pt x="152" y="32"/>
                  <a:pt x="191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3" name="Freeform 56"/>
          <p:cNvSpPr>
            <a:spLocks/>
          </p:cNvSpPr>
          <p:nvPr/>
        </p:nvSpPr>
        <p:spPr bwMode="auto">
          <a:xfrm>
            <a:off x="5275263" y="6161088"/>
            <a:ext cx="76200" cy="107950"/>
          </a:xfrm>
          <a:custGeom>
            <a:avLst/>
            <a:gdLst>
              <a:gd name="T0" fmla="*/ 0 w 52"/>
              <a:gd name="T1" fmla="*/ 47 h 68"/>
              <a:gd name="T2" fmla="*/ 52 w 52"/>
              <a:gd name="T3" fmla="*/ 0 h 68"/>
              <a:gd name="T4" fmla="*/ 38 w 52"/>
              <a:gd name="T5" fmla="*/ 68 h 68"/>
              <a:gd name="T6" fmla="*/ 0 w 52"/>
              <a:gd name="T7" fmla="*/ 4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68">
                <a:moveTo>
                  <a:pt x="0" y="47"/>
                </a:moveTo>
                <a:lnTo>
                  <a:pt x="52" y="0"/>
                </a:lnTo>
                <a:lnTo>
                  <a:pt x="38" y="68"/>
                </a:lnTo>
                <a:lnTo>
                  <a:pt x="0" y="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4" name="Freeform 57"/>
          <p:cNvSpPr>
            <a:spLocks/>
          </p:cNvSpPr>
          <p:nvPr/>
        </p:nvSpPr>
        <p:spPr bwMode="auto">
          <a:xfrm>
            <a:off x="5510213" y="5794375"/>
            <a:ext cx="255587" cy="263525"/>
          </a:xfrm>
          <a:custGeom>
            <a:avLst/>
            <a:gdLst>
              <a:gd name="T0" fmla="*/ 0 w 174"/>
              <a:gd name="T1" fmla="*/ 166 h 166"/>
              <a:gd name="T2" fmla="*/ 174 w 174"/>
              <a:gd name="T3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4" h="166">
                <a:moveTo>
                  <a:pt x="0" y="166"/>
                </a:moveTo>
                <a:cubicBezTo>
                  <a:pt x="81" y="166"/>
                  <a:pt x="153" y="98"/>
                  <a:pt x="174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5" name="Freeform 58"/>
          <p:cNvSpPr>
            <a:spLocks/>
          </p:cNvSpPr>
          <p:nvPr/>
        </p:nvSpPr>
        <p:spPr bwMode="auto">
          <a:xfrm>
            <a:off x="5732463" y="5697538"/>
            <a:ext cx="65087" cy="109537"/>
          </a:xfrm>
          <a:custGeom>
            <a:avLst/>
            <a:gdLst>
              <a:gd name="T0" fmla="*/ 0 w 44"/>
              <a:gd name="T1" fmla="*/ 64 h 69"/>
              <a:gd name="T2" fmla="*/ 29 w 44"/>
              <a:gd name="T3" fmla="*/ 0 h 69"/>
              <a:gd name="T4" fmla="*/ 44 w 44"/>
              <a:gd name="T5" fmla="*/ 69 h 69"/>
              <a:gd name="T6" fmla="*/ 0 w 44"/>
              <a:gd name="T7" fmla="*/ 64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69">
                <a:moveTo>
                  <a:pt x="0" y="64"/>
                </a:moveTo>
                <a:lnTo>
                  <a:pt x="29" y="0"/>
                </a:lnTo>
                <a:lnTo>
                  <a:pt x="44" y="69"/>
                </a:lnTo>
                <a:lnTo>
                  <a:pt x="0" y="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6" name="Freeform 59"/>
          <p:cNvSpPr>
            <a:spLocks/>
          </p:cNvSpPr>
          <p:nvPr/>
        </p:nvSpPr>
        <p:spPr bwMode="auto">
          <a:xfrm>
            <a:off x="6189663" y="5168900"/>
            <a:ext cx="144462" cy="271463"/>
          </a:xfrm>
          <a:custGeom>
            <a:avLst/>
            <a:gdLst>
              <a:gd name="T0" fmla="*/ 0 w 98"/>
              <a:gd name="T1" fmla="*/ 163 h 171"/>
              <a:gd name="T2" fmla="*/ 98 w 98"/>
              <a:gd name="T3" fmla="*/ 0 h 17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8" h="171">
                <a:moveTo>
                  <a:pt x="0" y="163"/>
                </a:moveTo>
                <a:cubicBezTo>
                  <a:pt x="28" y="171"/>
                  <a:pt x="68" y="104"/>
                  <a:pt x="98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7" name="Freeform 60"/>
          <p:cNvSpPr>
            <a:spLocks/>
          </p:cNvSpPr>
          <p:nvPr/>
        </p:nvSpPr>
        <p:spPr bwMode="auto">
          <a:xfrm>
            <a:off x="6302375" y="5075238"/>
            <a:ext cx="61913" cy="111125"/>
          </a:xfrm>
          <a:custGeom>
            <a:avLst/>
            <a:gdLst>
              <a:gd name="T0" fmla="*/ 0 w 43"/>
              <a:gd name="T1" fmla="*/ 59 h 70"/>
              <a:gd name="T2" fmla="*/ 38 w 43"/>
              <a:gd name="T3" fmla="*/ 0 h 70"/>
              <a:gd name="T4" fmla="*/ 43 w 43"/>
              <a:gd name="T5" fmla="*/ 70 h 70"/>
              <a:gd name="T6" fmla="*/ 0 w 43"/>
              <a:gd name="T7" fmla="*/ 59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70">
                <a:moveTo>
                  <a:pt x="0" y="59"/>
                </a:moveTo>
                <a:lnTo>
                  <a:pt x="38" y="0"/>
                </a:lnTo>
                <a:lnTo>
                  <a:pt x="43" y="70"/>
                </a:lnTo>
                <a:lnTo>
                  <a:pt x="0" y="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8" name="Freeform 61"/>
          <p:cNvSpPr>
            <a:spLocks/>
          </p:cNvSpPr>
          <p:nvPr/>
        </p:nvSpPr>
        <p:spPr bwMode="auto">
          <a:xfrm>
            <a:off x="7080250" y="4168775"/>
            <a:ext cx="147638" cy="190500"/>
          </a:xfrm>
          <a:custGeom>
            <a:avLst/>
            <a:gdLst>
              <a:gd name="T0" fmla="*/ 0 w 101"/>
              <a:gd name="T1" fmla="*/ 113 h 120"/>
              <a:gd name="T2" fmla="*/ 101 w 101"/>
              <a:gd name="T3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1" h="120">
                <a:moveTo>
                  <a:pt x="0" y="113"/>
                </a:moveTo>
                <a:cubicBezTo>
                  <a:pt x="44" y="120"/>
                  <a:pt x="85" y="75"/>
                  <a:pt x="101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69" name="Freeform 62"/>
          <p:cNvSpPr>
            <a:spLocks/>
          </p:cNvSpPr>
          <p:nvPr/>
        </p:nvSpPr>
        <p:spPr bwMode="auto">
          <a:xfrm>
            <a:off x="7194550" y="4071938"/>
            <a:ext cx="65088" cy="109537"/>
          </a:xfrm>
          <a:custGeom>
            <a:avLst/>
            <a:gdLst>
              <a:gd name="T0" fmla="*/ 0 w 44"/>
              <a:gd name="T1" fmla="*/ 64 h 69"/>
              <a:gd name="T2" fmla="*/ 29 w 44"/>
              <a:gd name="T3" fmla="*/ 0 h 69"/>
              <a:gd name="T4" fmla="*/ 44 w 44"/>
              <a:gd name="T5" fmla="*/ 69 h 69"/>
              <a:gd name="T6" fmla="*/ 0 w 44"/>
              <a:gd name="T7" fmla="*/ 64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69">
                <a:moveTo>
                  <a:pt x="0" y="64"/>
                </a:moveTo>
                <a:lnTo>
                  <a:pt x="29" y="0"/>
                </a:lnTo>
                <a:lnTo>
                  <a:pt x="44" y="69"/>
                </a:lnTo>
                <a:lnTo>
                  <a:pt x="0" y="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70" name="Freeform 63"/>
          <p:cNvSpPr>
            <a:spLocks/>
          </p:cNvSpPr>
          <p:nvPr/>
        </p:nvSpPr>
        <p:spPr bwMode="auto">
          <a:xfrm>
            <a:off x="7394575" y="3813175"/>
            <a:ext cx="57150" cy="157163"/>
          </a:xfrm>
          <a:custGeom>
            <a:avLst/>
            <a:gdLst>
              <a:gd name="T0" fmla="*/ 0 w 39"/>
              <a:gd name="T1" fmla="*/ 99 h 99"/>
              <a:gd name="T2" fmla="*/ 38 w 39"/>
              <a:gd name="T3" fmla="*/ 0 h 9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9" h="99">
                <a:moveTo>
                  <a:pt x="0" y="99"/>
                </a:moveTo>
                <a:cubicBezTo>
                  <a:pt x="25" y="87"/>
                  <a:pt x="39" y="49"/>
                  <a:pt x="38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71" name="Freeform 64"/>
          <p:cNvSpPr>
            <a:spLocks/>
          </p:cNvSpPr>
          <p:nvPr/>
        </p:nvSpPr>
        <p:spPr bwMode="auto">
          <a:xfrm>
            <a:off x="6513513" y="4714875"/>
            <a:ext cx="146050" cy="257175"/>
          </a:xfrm>
          <a:custGeom>
            <a:avLst/>
            <a:gdLst>
              <a:gd name="T0" fmla="*/ 0 w 99"/>
              <a:gd name="T1" fmla="*/ 162 h 162"/>
              <a:gd name="T2" fmla="*/ 99 w 99"/>
              <a:gd name="T3" fmla="*/ 0 h 16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9" h="162">
                <a:moveTo>
                  <a:pt x="0" y="162"/>
                </a:moveTo>
                <a:cubicBezTo>
                  <a:pt x="47" y="154"/>
                  <a:pt x="87" y="88"/>
                  <a:pt x="99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72" name="Freeform 65"/>
          <p:cNvSpPr>
            <a:spLocks/>
          </p:cNvSpPr>
          <p:nvPr/>
        </p:nvSpPr>
        <p:spPr bwMode="auto">
          <a:xfrm>
            <a:off x="6627813" y="4618038"/>
            <a:ext cx="63500" cy="106362"/>
          </a:xfrm>
          <a:custGeom>
            <a:avLst/>
            <a:gdLst>
              <a:gd name="T0" fmla="*/ 0 w 44"/>
              <a:gd name="T1" fmla="*/ 65 h 67"/>
              <a:gd name="T2" fmla="*/ 25 w 44"/>
              <a:gd name="T3" fmla="*/ 0 h 67"/>
              <a:gd name="T4" fmla="*/ 44 w 44"/>
              <a:gd name="T5" fmla="*/ 67 h 67"/>
              <a:gd name="T6" fmla="*/ 0 w 44"/>
              <a:gd name="T7" fmla="*/ 65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67">
                <a:moveTo>
                  <a:pt x="0" y="65"/>
                </a:moveTo>
                <a:lnTo>
                  <a:pt x="25" y="0"/>
                </a:lnTo>
                <a:lnTo>
                  <a:pt x="44" y="67"/>
                </a:lnTo>
                <a:lnTo>
                  <a:pt x="0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73" name="Freeform 66"/>
          <p:cNvSpPr>
            <a:spLocks/>
          </p:cNvSpPr>
          <p:nvPr/>
        </p:nvSpPr>
        <p:spPr bwMode="auto">
          <a:xfrm>
            <a:off x="2608263" y="4618038"/>
            <a:ext cx="26987" cy="215900"/>
          </a:xfrm>
          <a:custGeom>
            <a:avLst/>
            <a:gdLst>
              <a:gd name="T0" fmla="*/ 7 w 19"/>
              <a:gd name="T1" fmla="*/ 0 h 136"/>
              <a:gd name="T2" fmla="*/ 19 w 19"/>
              <a:gd name="T3" fmla="*/ 136 h 1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" h="136">
                <a:moveTo>
                  <a:pt x="7" y="0"/>
                </a:moveTo>
                <a:cubicBezTo>
                  <a:pt x="0" y="52"/>
                  <a:pt x="5" y="102"/>
                  <a:pt x="19" y="136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74" name="Freeform 67"/>
          <p:cNvSpPr>
            <a:spLocks/>
          </p:cNvSpPr>
          <p:nvPr/>
        </p:nvSpPr>
        <p:spPr bwMode="auto">
          <a:xfrm>
            <a:off x="2608263" y="4802188"/>
            <a:ext cx="92075" cy="98425"/>
          </a:xfrm>
          <a:custGeom>
            <a:avLst/>
            <a:gdLst>
              <a:gd name="T0" fmla="*/ 30 w 63"/>
              <a:gd name="T1" fmla="*/ 0 h 62"/>
              <a:gd name="T2" fmla="*/ 63 w 63"/>
              <a:gd name="T3" fmla="*/ 62 h 62"/>
              <a:gd name="T4" fmla="*/ 0 w 63"/>
              <a:gd name="T5" fmla="*/ 33 h 62"/>
              <a:gd name="T6" fmla="*/ 30 w 63"/>
              <a:gd name="T7" fmla="*/ 0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" h="62">
                <a:moveTo>
                  <a:pt x="30" y="0"/>
                </a:moveTo>
                <a:lnTo>
                  <a:pt x="63" y="62"/>
                </a:lnTo>
                <a:lnTo>
                  <a:pt x="0" y="33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grpSp>
        <p:nvGrpSpPr>
          <p:cNvPr id="75" name="Group 68"/>
          <p:cNvGrpSpPr>
            <a:grpSpLocks/>
          </p:cNvGrpSpPr>
          <p:nvPr/>
        </p:nvGrpSpPr>
        <p:grpSpPr bwMode="auto">
          <a:xfrm>
            <a:off x="395288" y="2314575"/>
            <a:ext cx="831850" cy="539750"/>
            <a:chOff x="249" y="1437"/>
            <a:chExt cx="524" cy="340"/>
          </a:xfrm>
        </p:grpSpPr>
        <p:sp>
          <p:nvSpPr>
            <p:cNvPr id="76" name="Rectangle 69"/>
            <p:cNvSpPr>
              <a:spLocks noChangeArrowheads="1"/>
            </p:cNvSpPr>
            <p:nvPr/>
          </p:nvSpPr>
          <p:spPr bwMode="auto">
            <a:xfrm>
              <a:off x="249" y="1437"/>
              <a:ext cx="524" cy="340"/>
            </a:xfrm>
            <a:prstGeom prst="rect">
              <a:avLst/>
            </a:prstGeom>
            <a:solidFill>
              <a:srgbClr val="E8EE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7" name="Rectangle 70"/>
            <p:cNvSpPr>
              <a:spLocks noChangeArrowheads="1"/>
            </p:cNvSpPr>
            <p:nvPr/>
          </p:nvSpPr>
          <p:spPr bwMode="auto">
            <a:xfrm>
              <a:off x="249" y="1437"/>
              <a:ext cx="524" cy="340"/>
            </a:xfrm>
            <a:prstGeom prst="rect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8" name="Rectangle 71"/>
            <p:cNvSpPr>
              <a:spLocks noChangeArrowheads="1"/>
            </p:cNvSpPr>
            <p:nvPr/>
          </p:nvSpPr>
          <p:spPr bwMode="auto">
            <a:xfrm>
              <a:off x="386" y="1565"/>
              <a:ext cx="317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80000"/>
                </a:lnSpc>
                <a:buClrTx/>
                <a:buFontTx/>
                <a:buNone/>
              </a:pPr>
              <a:r>
                <a:rPr lang="en-GB" altLang="en-US" sz="1400" b="0" i="0" dirty="0">
                  <a:solidFill>
                    <a:srgbClr val="000000"/>
                  </a:solidFill>
                </a:rPr>
                <a:t>Scope</a:t>
              </a:r>
              <a:endParaRPr lang="en-GB" altLang="en-US" sz="1400" i="0" dirty="0">
                <a:solidFill>
                  <a:schemeClr val="tx1"/>
                </a:solidFill>
              </a:endParaRPr>
            </a:p>
          </p:txBody>
        </p:sp>
      </p:grpSp>
      <p:sp>
        <p:nvSpPr>
          <p:cNvPr id="79" name="Freeform 72"/>
          <p:cNvSpPr>
            <a:spLocks/>
          </p:cNvSpPr>
          <p:nvPr/>
        </p:nvSpPr>
        <p:spPr bwMode="auto">
          <a:xfrm>
            <a:off x="909638" y="2936875"/>
            <a:ext cx="317500" cy="204788"/>
          </a:xfrm>
          <a:custGeom>
            <a:avLst/>
            <a:gdLst>
              <a:gd name="T0" fmla="*/ 0 w 216"/>
              <a:gd name="T1" fmla="*/ 64 h 129"/>
              <a:gd name="T2" fmla="*/ 108 w 216"/>
              <a:gd name="T3" fmla="*/ 0 h 129"/>
              <a:gd name="T4" fmla="*/ 216 w 216"/>
              <a:gd name="T5" fmla="*/ 64 h 129"/>
              <a:gd name="T6" fmla="*/ 108 w 216"/>
              <a:gd name="T7" fmla="*/ 129 h 129"/>
              <a:gd name="T8" fmla="*/ 0 w 216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29">
                <a:moveTo>
                  <a:pt x="0" y="64"/>
                </a:moveTo>
                <a:lnTo>
                  <a:pt x="108" y="0"/>
                </a:lnTo>
                <a:lnTo>
                  <a:pt x="216" y="64"/>
                </a:lnTo>
                <a:lnTo>
                  <a:pt x="108" y="129"/>
                </a:lnTo>
                <a:lnTo>
                  <a:pt x="0" y="64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0" name="Freeform 73"/>
          <p:cNvSpPr>
            <a:spLocks/>
          </p:cNvSpPr>
          <p:nvPr/>
        </p:nvSpPr>
        <p:spPr bwMode="auto">
          <a:xfrm>
            <a:off x="909638" y="2936875"/>
            <a:ext cx="317500" cy="204788"/>
          </a:xfrm>
          <a:custGeom>
            <a:avLst/>
            <a:gdLst>
              <a:gd name="T0" fmla="*/ 0 w 216"/>
              <a:gd name="T1" fmla="*/ 64 h 129"/>
              <a:gd name="T2" fmla="*/ 108 w 216"/>
              <a:gd name="T3" fmla="*/ 0 h 129"/>
              <a:gd name="T4" fmla="*/ 216 w 216"/>
              <a:gd name="T5" fmla="*/ 64 h 129"/>
              <a:gd name="T6" fmla="*/ 108 w 216"/>
              <a:gd name="T7" fmla="*/ 129 h 129"/>
              <a:gd name="T8" fmla="*/ 0 w 216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6" h="129">
                <a:moveTo>
                  <a:pt x="0" y="64"/>
                </a:moveTo>
                <a:lnTo>
                  <a:pt x="108" y="0"/>
                </a:lnTo>
                <a:lnTo>
                  <a:pt x="216" y="64"/>
                </a:lnTo>
                <a:lnTo>
                  <a:pt x="108" y="129"/>
                </a:lnTo>
                <a:lnTo>
                  <a:pt x="0" y="64"/>
                </a:lnTo>
                <a:close/>
              </a:path>
            </a:pathLst>
          </a:custGeom>
          <a:solidFill>
            <a:srgbClr val="FF99FF"/>
          </a:solidFill>
          <a:ln w="317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 dirty="0"/>
          </a:p>
        </p:txBody>
      </p:sp>
      <p:sp>
        <p:nvSpPr>
          <p:cNvPr id="81" name="Rectangle 74"/>
          <p:cNvSpPr>
            <a:spLocks noChangeArrowheads="1"/>
          </p:cNvSpPr>
          <p:nvPr/>
        </p:nvSpPr>
        <p:spPr bwMode="auto">
          <a:xfrm>
            <a:off x="1287463" y="2493963"/>
            <a:ext cx="7429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rgbClr val="000000"/>
                </a:solidFill>
              </a:rPr>
              <a:t>Scope </a:t>
            </a:r>
          </a:p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200" b="0" i="0" dirty="0">
                <a:solidFill>
                  <a:schemeClr val="tx1"/>
                </a:solidFill>
              </a:rPr>
              <a:t>Agreement</a:t>
            </a:r>
          </a:p>
          <a:p>
            <a:pPr eaLnBrk="0" hangingPunct="0">
              <a:lnSpc>
                <a:spcPct val="80000"/>
              </a:lnSpc>
              <a:buClrTx/>
              <a:buFontTx/>
              <a:buNone/>
            </a:pPr>
            <a:endParaRPr lang="en-GB" altLang="en-US" sz="1200" b="0" i="0" dirty="0">
              <a:solidFill>
                <a:schemeClr val="tx1"/>
              </a:solidFill>
            </a:endParaRPr>
          </a:p>
        </p:txBody>
      </p:sp>
      <p:sp>
        <p:nvSpPr>
          <p:cNvPr id="82" name="Freeform 75"/>
          <p:cNvSpPr>
            <a:spLocks/>
          </p:cNvSpPr>
          <p:nvPr/>
        </p:nvSpPr>
        <p:spPr bwMode="auto">
          <a:xfrm>
            <a:off x="811213" y="2859088"/>
            <a:ext cx="26987" cy="123825"/>
          </a:xfrm>
          <a:custGeom>
            <a:avLst/>
            <a:gdLst>
              <a:gd name="T0" fmla="*/ 0 w 18"/>
              <a:gd name="T1" fmla="*/ 0 h 78"/>
              <a:gd name="T2" fmla="*/ 18 w 18"/>
              <a:gd name="T3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" h="78">
                <a:moveTo>
                  <a:pt x="0" y="0"/>
                </a:moveTo>
                <a:cubicBezTo>
                  <a:pt x="0" y="29"/>
                  <a:pt x="6" y="57"/>
                  <a:pt x="18" y="78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3" name="Freeform 76"/>
          <p:cNvSpPr>
            <a:spLocks/>
          </p:cNvSpPr>
          <p:nvPr/>
        </p:nvSpPr>
        <p:spPr bwMode="auto">
          <a:xfrm>
            <a:off x="812800" y="2949575"/>
            <a:ext cx="96838" cy="88900"/>
          </a:xfrm>
          <a:custGeom>
            <a:avLst/>
            <a:gdLst>
              <a:gd name="T0" fmla="*/ 26 w 66"/>
              <a:gd name="T1" fmla="*/ 0 h 56"/>
              <a:gd name="T2" fmla="*/ 66 w 66"/>
              <a:gd name="T3" fmla="*/ 56 h 56"/>
              <a:gd name="T4" fmla="*/ 0 w 66"/>
              <a:gd name="T5" fmla="*/ 36 h 56"/>
              <a:gd name="T6" fmla="*/ 26 w 66"/>
              <a:gd name="T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56">
                <a:moveTo>
                  <a:pt x="26" y="0"/>
                </a:moveTo>
                <a:lnTo>
                  <a:pt x="66" y="56"/>
                </a:lnTo>
                <a:lnTo>
                  <a:pt x="0" y="36"/>
                </a:lnTo>
                <a:lnTo>
                  <a:pt x="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4" name="Freeform 77"/>
          <p:cNvSpPr>
            <a:spLocks/>
          </p:cNvSpPr>
          <p:nvPr/>
        </p:nvSpPr>
        <p:spPr bwMode="auto">
          <a:xfrm>
            <a:off x="1068388" y="3103563"/>
            <a:ext cx="141287" cy="285750"/>
          </a:xfrm>
          <a:custGeom>
            <a:avLst/>
            <a:gdLst>
              <a:gd name="T0" fmla="*/ 0 w 96"/>
              <a:gd name="T1" fmla="*/ 0 h 180"/>
              <a:gd name="T2" fmla="*/ 96 w 96"/>
              <a:gd name="T3" fmla="*/ 18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6" h="180">
                <a:moveTo>
                  <a:pt x="0" y="0"/>
                </a:moveTo>
                <a:cubicBezTo>
                  <a:pt x="30" y="74"/>
                  <a:pt x="65" y="140"/>
                  <a:pt x="96" y="18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5" name="Rectangle 78"/>
          <p:cNvSpPr>
            <a:spLocks noChangeArrowheads="1"/>
          </p:cNvSpPr>
          <p:nvPr/>
        </p:nvSpPr>
        <p:spPr bwMode="auto">
          <a:xfrm>
            <a:off x="1279525" y="3178175"/>
            <a:ext cx="831850" cy="539750"/>
          </a:xfrm>
          <a:prstGeom prst="rect">
            <a:avLst/>
          </a:pr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6" name="Rectangle 79"/>
          <p:cNvSpPr>
            <a:spLocks noChangeArrowheads="1"/>
          </p:cNvSpPr>
          <p:nvPr/>
        </p:nvSpPr>
        <p:spPr bwMode="auto">
          <a:xfrm>
            <a:off x="1279525" y="3178175"/>
            <a:ext cx="831850" cy="539750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7" name="Rectangle 80"/>
          <p:cNvSpPr>
            <a:spLocks noChangeArrowheads="1"/>
          </p:cNvSpPr>
          <p:nvPr/>
        </p:nvSpPr>
        <p:spPr bwMode="auto">
          <a:xfrm>
            <a:off x="1547813" y="3375025"/>
            <a:ext cx="35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400" b="0" i="0" dirty="0">
                <a:solidFill>
                  <a:srgbClr val="000000"/>
                </a:solidFill>
              </a:rPr>
              <a:t>HLD</a:t>
            </a:r>
            <a:endParaRPr lang="en-GB" altLang="en-US" sz="1400" i="0" dirty="0">
              <a:solidFill>
                <a:schemeClr val="tx1"/>
              </a:solidFill>
            </a:endParaRPr>
          </a:p>
        </p:txBody>
      </p:sp>
      <p:sp>
        <p:nvSpPr>
          <p:cNvPr id="88" name="Freeform 81"/>
          <p:cNvSpPr>
            <a:spLocks/>
          </p:cNvSpPr>
          <p:nvPr/>
        </p:nvSpPr>
        <p:spPr bwMode="auto">
          <a:xfrm>
            <a:off x="1182688" y="3355975"/>
            <a:ext cx="96837" cy="92075"/>
          </a:xfrm>
          <a:custGeom>
            <a:avLst/>
            <a:gdLst>
              <a:gd name="T0" fmla="*/ 27 w 66"/>
              <a:gd name="T1" fmla="*/ 0 h 58"/>
              <a:gd name="T2" fmla="*/ 66 w 66"/>
              <a:gd name="T3" fmla="*/ 58 h 58"/>
              <a:gd name="T4" fmla="*/ 0 w 66"/>
              <a:gd name="T5" fmla="*/ 36 h 58"/>
              <a:gd name="T6" fmla="*/ 27 w 66"/>
              <a:gd name="T7" fmla="*/ 0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58">
                <a:moveTo>
                  <a:pt x="27" y="0"/>
                </a:moveTo>
                <a:lnTo>
                  <a:pt x="66" y="58"/>
                </a:lnTo>
                <a:lnTo>
                  <a:pt x="0" y="36"/>
                </a:lnTo>
                <a:lnTo>
                  <a:pt x="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89" name="Rectangle 82"/>
          <p:cNvSpPr>
            <a:spLocks noChangeArrowheads="1"/>
          </p:cNvSpPr>
          <p:nvPr/>
        </p:nvSpPr>
        <p:spPr bwMode="auto">
          <a:xfrm>
            <a:off x="7896225" y="2281238"/>
            <a:ext cx="831850" cy="539750"/>
          </a:xfrm>
          <a:prstGeom prst="rect">
            <a:avLst/>
          </a:pr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0" name="Rectangle 83"/>
          <p:cNvSpPr>
            <a:spLocks noChangeArrowheads="1"/>
          </p:cNvSpPr>
          <p:nvPr/>
        </p:nvSpPr>
        <p:spPr bwMode="auto">
          <a:xfrm>
            <a:off x="7896225" y="2281238"/>
            <a:ext cx="831850" cy="539750"/>
          </a:xfrm>
          <a:prstGeom prst="rect">
            <a:avLst/>
          </a:prstGeom>
          <a:noFill/>
          <a:ln w="31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1" name="Rectangle 84"/>
          <p:cNvSpPr>
            <a:spLocks noChangeArrowheads="1"/>
          </p:cNvSpPr>
          <p:nvPr/>
        </p:nvSpPr>
        <p:spPr bwMode="auto">
          <a:xfrm>
            <a:off x="7834313" y="2276475"/>
            <a:ext cx="92710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>
              <a:lnSpc>
                <a:spcPct val="80000"/>
              </a:lnSpc>
              <a:buClrTx/>
              <a:buFontTx/>
              <a:buNone/>
            </a:pPr>
            <a:r>
              <a:rPr lang="en-GB" altLang="en-US" sz="1400" b="0" i="0" dirty="0">
                <a:solidFill>
                  <a:srgbClr val="000000"/>
                </a:solidFill>
              </a:rPr>
              <a:t>User</a:t>
            </a:r>
            <a:br>
              <a:rPr lang="en-GB" altLang="en-US" sz="1400" b="0" i="0" dirty="0">
                <a:solidFill>
                  <a:srgbClr val="000000"/>
                </a:solidFill>
              </a:rPr>
            </a:br>
            <a:r>
              <a:rPr lang="en-GB" altLang="en-US" sz="1400" b="0" i="0" dirty="0">
                <a:solidFill>
                  <a:srgbClr val="000000"/>
                </a:solidFill>
              </a:rPr>
              <a:t>Acceptance</a:t>
            </a:r>
            <a:br>
              <a:rPr lang="en-GB" altLang="en-US" sz="1400" b="0" i="0" dirty="0">
                <a:solidFill>
                  <a:srgbClr val="000000"/>
                </a:solidFill>
              </a:rPr>
            </a:br>
            <a:r>
              <a:rPr lang="en-GB" altLang="en-US" sz="1400" b="0" i="0" dirty="0">
                <a:solidFill>
                  <a:srgbClr val="000000"/>
                </a:solidFill>
              </a:rPr>
              <a:t>Test</a:t>
            </a:r>
            <a:endParaRPr lang="en-GB" altLang="en-US" sz="1400" i="0" dirty="0">
              <a:solidFill>
                <a:schemeClr val="tx1"/>
              </a:solidFill>
            </a:endParaRPr>
          </a:p>
        </p:txBody>
      </p:sp>
      <p:sp>
        <p:nvSpPr>
          <p:cNvPr id="92" name="Freeform 85"/>
          <p:cNvSpPr>
            <a:spLocks/>
          </p:cNvSpPr>
          <p:nvPr/>
        </p:nvSpPr>
        <p:spPr bwMode="auto">
          <a:xfrm>
            <a:off x="7864475" y="3008313"/>
            <a:ext cx="314325" cy="204787"/>
          </a:xfrm>
          <a:custGeom>
            <a:avLst/>
            <a:gdLst>
              <a:gd name="T0" fmla="*/ 0 w 215"/>
              <a:gd name="T1" fmla="*/ 64 h 129"/>
              <a:gd name="T2" fmla="*/ 107 w 215"/>
              <a:gd name="T3" fmla="*/ 0 h 129"/>
              <a:gd name="T4" fmla="*/ 215 w 215"/>
              <a:gd name="T5" fmla="*/ 64 h 129"/>
              <a:gd name="T6" fmla="*/ 107 w 215"/>
              <a:gd name="T7" fmla="*/ 129 h 129"/>
              <a:gd name="T8" fmla="*/ 0 w 215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4"/>
                </a:moveTo>
                <a:lnTo>
                  <a:pt x="107" y="0"/>
                </a:lnTo>
                <a:lnTo>
                  <a:pt x="215" y="64"/>
                </a:lnTo>
                <a:lnTo>
                  <a:pt x="107" y="129"/>
                </a:lnTo>
                <a:lnTo>
                  <a:pt x="0" y="64"/>
                </a:lnTo>
                <a:close/>
              </a:path>
            </a:pathLst>
          </a:custGeom>
          <a:solidFill>
            <a:srgbClr val="CC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3" name="Freeform 86"/>
          <p:cNvSpPr>
            <a:spLocks/>
          </p:cNvSpPr>
          <p:nvPr/>
        </p:nvSpPr>
        <p:spPr bwMode="auto">
          <a:xfrm>
            <a:off x="7858125" y="2997200"/>
            <a:ext cx="314325" cy="204788"/>
          </a:xfrm>
          <a:custGeom>
            <a:avLst/>
            <a:gdLst>
              <a:gd name="T0" fmla="*/ 0 w 215"/>
              <a:gd name="T1" fmla="*/ 64 h 129"/>
              <a:gd name="T2" fmla="*/ 107 w 215"/>
              <a:gd name="T3" fmla="*/ 0 h 129"/>
              <a:gd name="T4" fmla="*/ 215 w 215"/>
              <a:gd name="T5" fmla="*/ 64 h 129"/>
              <a:gd name="T6" fmla="*/ 107 w 215"/>
              <a:gd name="T7" fmla="*/ 129 h 129"/>
              <a:gd name="T8" fmla="*/ 0 w 215"/>
              <a:gd name="T9" fmla="*/ 64 h 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5" h="129">
                <a:moveTo>
                  <a:pt x="0" y="64"/>
                </a:moveTo>
                <a:lnTo>
                  <a:pt x="107" y="0"/>
                </a:lnTo>
                <a:lnTo>
                  <a:pt x="215" y="64"/>
                </a:lnTo>
                <a:lnTo>
                  <a:pt x="107" y="129"/>
                </a:lnTo>
                <a:lnTo>
                  <a:pt x="0" y="64"/>
                </a:lnTo>
                <a:close/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4" name="Freeform 87"/>
          <p:cNvSpPr>
            <a:spLocks/>
          </p:cNvSpPr>
          <p:nvPr/>
        </p:nvSpPr>
        <p:spPr bwMode="auto">
          <a:xfrm>
            <a:off x="7853363" y="3276600"/>
            <a:ext cx="153987" cy="185738"/>
          </a:xfrm>
          <a:custGeom>
            <a:avLst/>
            <a:gdLst>
              <a:gd name="T0" fmla="*/ 0 w 106"/>
              <a:gd name="T1" fmla="*/ 108 h 117"/>
              <a:gd name="T2" fmla="*/ 106 w 106"/>
              <a:gd name="T3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17">
                <a:moveTo>
                  <a:pt x="0" y="108"/>
                </a:moveTo>
                <a:cubicBezTo>
                  <a:pt x="44" y="117"/>
                  <a:pt x="86" y="74"/>
                  <a:pt x="106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5" name="Freeform 88"/>
          <p:cNvSpPr>
            <a:spLocks/>
          </p:cNvSpPr>
          <p:nvPr/>
        </p:nvSpPr>
        <p:spPr bwMode="auto">
          <a:xfrm>
            <a:off x="7974013" y="3181350"/>
            <a:ext cx="63500" cy="109538"/>
          </a:xfrm>
          <a:custGeom>
            <a:avLst/>
            <a:gdLst>
              <a:gd name="T0" fmla="*/ 0 w 43"/>
              <a:gd name="T1" fmla="*/ 62 h 69"/>
              <a:gd name="T2" fmla="*/ 32 w 43"/>
              <a:gd name="T3" fmla="*/ 0 h 69"/>
              <a:gd name="T4" fmla="*/ 43 w 43"/>
              <a:gd name="T5" fmla="*/ 69 h 69"/>
              <a:gd name="T6" fmla="*/ 0 w 43"/>
              <a:gd name="T7" fmla="*/ 62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69">
                <a:moveTo>
                  <a:pt x="0" y="62"/>
                </a:moveTo>
                <a:lnTo>
                  <a:pt x="32" y="0"/>
                </a:lnTo>
                <a:lnTo>
                  <a:pt x="43" y="69"/>
                </a:ln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6" name="Freeform 89"/>
          <p:cNvSpPr>
            <a:spLocks/>
          </p:cNvSpPr>
          <p:nvPr/>
        </p:nvSpPr>
        <p:spPr bwMode="auto">
          <a:xfrm>
            <a:off x="8178800" y="2924175"/>
            <a:ext cx="130175" cy="171450"/>
          </a:xfrm>
          <a:custGeom>
            <a:avLst/>
            <a:gdLst>
              <a:gd name="T0" fmla="*/ 0 w 88"/>
              <a:gd name="T1" fmla="*/ 101 h 108"/>
              <a:gd name="T2" fmla="*/ 88 w 88"/>
              <a:gd name="T3" fmla="*/ 0 h 10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8" h="108">
                <a:moveTo>
                  <a:pt x="0" y="101"/>
                </a:moveTo>
                <a:cubicBezTo>
                  <a:pt x="43" y="108"/>
                  <a:pt x="78" y="67"/>
                  <a:pt x="88" y="0"/>
                </a:cubicBezTo>
              </a:path>
            </a:pathLst>
          </a:custGeom>
          <a:noFill/>
          <a:ln w="3175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7" name="Freeform 90"/>
          <p:cNvSpPr>
            <a:spLocks/>
          </p:cNvSpPr>
          <p:nvPr/>
        </p:nvSpPr>
        <p:spPr bwMode="auto">
          <a:xfrm>
            <a:off x="8275638" y="2817813"/>
            <a:ext cx="65087" cy="106362"/>
          </a:xfrm>
          <a:custGeom>
            <a:avLst/>
            <a:gdLst>
              <a:gd name="T0" fmla="*/ 0 w 44"/>
              <a:gd name="T1" fmla="*/ 65 h 67"/>
              <a:gd name="T2" fmla="*/ 25 w 44"/>
              <a:gd name="T3" fmla="*/ 0 h 67"/>
              <a:gd name="T4" fmla="*/ 44 w 44"/>
              <a:gd name="T5" fmla="*/ 67 h 67"/>
              <a:gd name="T6" fmla="*/ 0 w 44"/>
              <a:gd name="T7" fmla="*/ 65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67">
                <a:moveTo>
                  <a:pt x="0" y="65"/>
                </a:moveTo>
                <a:lnTo>
                  <a:pt x="25" y="0"/>
                </a:lnTo>
                <a:lnTo>
                  <a:pt x="44" y="67"/>
                </a:lnTo>
                <a:lnTo>
                  <a:pt x="0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8" name="Rectangle 91"/>
          <p:cNvSpPr>
            <a:spLocks noChangeArrowheads="1"/>
          </p:cNvSpPr>
          <p:nvPr/>
        </p:nvSpPr>
        <p:spPr bwMode="auto">
          <a:xfrm>
            <a:off x="0" y="1700213"/>
            <a:ext cx="9144000" cy="508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sp>
        <p:nvSpPr>
          <p:cNvPr id="99" name="Text Box 92"/>
          <p:cNvSpPr txBox="1">
            <a:spLocks noChangeArrowheads="1"/>
          </p:cNvSpPr>
          <p:nvPr/>
        </p:nvSpPr>
        <p:spPr bwMode="auto">
          <a:xfrm>
            <a:off x="250825" y="2278063"/>
            <a:ext cx="2808288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i="0" dirty="0">
                <a:solidFill>
                  <a:srgbClr val="800000"/>
                </a:solidFill>
              </a:rPr>
              <a:t>Development Architecture</a:t>
            </a:r>
          </a:p>
        </p:txBody>
      </p:sp>
      <p:sp>
        <p:nvSpPr>
          <p:cNvPr id="100" name="Text Box 93"/>
          <p:cNvSpPr txBox="1">
            <a:spLocks noChangeArrowheads="1"/>
          </p:cNvSpPr>
          <p:nvPr/>
        </p:nvSpPr>
        <p:spPr bwMode="auto">
          <a:xfrm>
            <a:off x="323850" y="2565400"/>
            <a:ext cx="2376488" cy="223838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Define Blueprint &amp; Strategy  </a:t>
            </a:r>
          </a:p>
        </p:txBody>
      </p:sp>
      <p:sp>
        <p:nvSpPr>
          <p:cNvPr id="101" name="Text Box 94"/>
          <p:cNvSpPr txBox="1">
            <a:spLocks noChangeArrowheads="1"/>
          </p:cNvSpPr>
          <p:nvPr/>
        </p:nvSpPr>
        <p:spPr bwMode="auto">
          <a:xfrm>
            <a:off x="2700338" y="2565400"/>
            <a:ext cx="4824412" cy="215900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Implement, manage, maintain and improve processes</a:t>
            </a:r>
          </a:p>
        </p:txBody>
      </p:sp>
      <p:sp>
        <p:nvSpPr>
          <p:cNvPr id="102" name="Text Box 95"/>
          <p:cNvSpPr txBox="1">
            <a:spLocks noChangeArrowheads="1"/>
          </p:cNvSpPr>
          <p:nvPr/>
        </p:nvSpPr>
        <p:spPr bwMode="auto">
          <a:xfrm>
            <a:off x="971550" y="4508500"/>
            <a:ext cx="1728788" cy="215900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Design &amp; build</a:t>
            </a:r>
          </a:p>
        </p:txBody>
      </p:sp>
      <p:sp>
        <p:nvSpPr>
          <p:cNvPr id="103" name="Text Box 96"/>
          <p:cNvSpPr txBox="1">
            <a:spLocks noChangeArrowheads="1"/>
          </p:cNvSpPr>
          <p:nvPr/>
        </p:nvSpPr>
        <p:spPr bwMode="auto">
          <a:xfrm>
            <a:off x="2627313" y="4508500"/>
            <a:ext cx="4752975" cy="215900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Environment management, maintenance, support</a:t>
            </a:r>
          </a:p>
        </p:txBody>
      </p:sp>
      <p:sp>
        <p:nvSpPr>
          <p:cNvPr id="104" name="Text Box 97"/>
          <p:cNvSpPr txBox="1">
            <a:spLocks noChangeArrowheads="1"/>
          </p:cNvSpPr>
          <p:nvPr/>
        </p:nvSpPr>
        <p:spPr bwMode="auto">
          <a:xfrm>
            <a:off x="612775" y="4292600"/>
            <a:ext cx="2663825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i="0" dirty="0">
                <a:solidFill>
                  <a:srgbClr val="800000"/>
                </a:solidFill>
              </a:rPr>
              <a:t>Environment Management </a:t>
            </a:r>
          </a:p>
        </p:txBody>
      </p:sp>
      <p:sp>
        <p:nvSpPr>
          <p:cNvPr id="105" name="Text Box 98"/>
          <p:cNvSpPr txBox="1">
            <a:spLocks noChangeArrowheads="1"/>
          </p:cNvSpPr>
          <p:nvPr/>
        </p:nvSpPr>
        <p:spPr bwMode="auto">
          <a:xfrm>
            <a:off x="971550" y="3351213"/>
            <a:ext cx="1728788" cy="223837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Strategy selection</a:t>
            </a:r>
          </a:p>
        </p:txBody>
      </p:sp>
      <p:sp>
        <p:nvSpPr>
          <p:cNvPr id="106" name="Text Box 99"/>
          <p:cNvSpPr txBox="1">
            <a:spLocks noChangeArrowheads="1"/>
          </p:cNvSpPr>
          <p:nvPr/>
        </p:nvSpPr>
        <p:spPr bwMode="auto">
          <a:xfrm>
            <a:off x="2700338" y="3357563"/>
            <a:ext cx="4464050" cy="215900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Management, implementation and maintenance</a:t>
            </a:r>
          </a:p>
        </p:txBody>
      </p:sp>
      <p:sp>
        <p:nvSpPr>
          <p:cNvPr id="107" name="Text Box 100"/>
          <p:cNvSpPr txBox="1">
            <a:spLocks noChangeArrowheads="1"/>
          </p:cNvSpPr>
          <p:nvPr/>
        </p:nvSpPr>
        <p:spPr bwMode="auto">
          <a:xfrm>
            <a:off x="611188" y="3925888"/>
            <a:ext cx="1800225" cy="223837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Select, Design &amp; Build</a:t>
            </a:r>
          </a:p>
        </p:txBody>
      </p:sp>
      <p:sp>
        <p:nvSpPr>
          <p:cNvPr id="108" name="Text Box 101"/>
          <p:cNvSpPr txBox="1">
            <a:spLocks noChangeArrowheads="1"/>
          </p:cNvSpPr>
          <p:nvPr/>
        </p:nvSpPr>
        <p:spPr bwMode="auto">
          <a:xfrm>
            <a:off x="611188" y="3141663"/>
            <a:ext cx="2735262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i="0" dirty="0">
                <a:solidFill>
                  <a:srgbClr val="800000"/>
                </a:solidFill>
              </a:rPr>
              <a:t>Configuration Management</a:t>
            </a:r>
          </a:p>
        </p:txBody>
      </p:sp>
      <p:sp>
        <p:nvSpPr>
          <p:cNvPr id="109" name="Line 102"/>
          <p:cNvSpPr>
            <a:spLocks noChangeShapeType="1"/>
          </p:cNvSpPr>
          <p:nvPr/>
        </p:nvSpPr>
        <p:spPr bwMode="auto">
          <a:xfrm>
            <a:off x="2411413" y="4005263"/>
            <a:ext cx="360362" cy="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GB" dirty="0"/>
          </a:p>
        </p:txBody>
      </p:sp>
      <p:sp>
        <p:nvSpPr>
          <p:cNvPr id="110" name="Line 103"/>
          <p:cNvSpPr>
            <a:spLocks noChangeShapeType="1"/>
          </p:cNvSpPr>
          <p:nvPr/>
        </p:nvSpPr>
        <p:spPr bwMode="auto">
          <a:xfrm>
            <a:off x="2771775" y="4005263"/>
            <a:ext cx="0" cy="287337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GB" dirty="0"/>
          </a:p>
        </p:txBody>
      </p:sp>
      <p:sp>
        <p:nvSpPr>
          <p:cNvPr id="111" name="Text Box 104"/>
          <p:cNvSpPr txBox="1">
            <a:spLocks noChangeArrowheads="1"/>
          </p:cNvSpPr>
          <p:nvPr/>
        </p:nvSpPr>
        <p:spPr bwMode="auto">
          <a:xfrm>
            <a:off x="2338388" y="5229225"/>
            <a:ext cx="4681537" cy="223838"/>
          </a:xfrm>
          <a:prstGeom prst="rect">
            <a:avLst/>
          </a:prstGeom>
          <a:solidFill>
            <a:srgbClr val="800000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b="0" i="0" dirty="0">
                <a:solidFill>
                  <a:schemeClr val="bg1"/>
                </a:solidFill>
              </a:rPr>
              <a:t>Release Management`</a:t>
            </a:r>
          </a:p>
        </p:txBody>
      </p:sp>
      <p:sp>
        <p:nvSpPr>
          <p:cNvPr id="112" name="Text Box 105"/>
          <p:cNvSpPr txBox="1">
            <a:spLocks noChangeArrowheads="1"/>
          </p:cNvSpPr>
          <p:nvPr/>
        </p:nvSpPr>
        <p:spPr bwMode="auto">
          <a:xfrm>
            <a:off x="2051050" y="5013325"/>
            <a:ext cx="2232025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i="0" dirty="0">
                <a:solidFill>
                  <a:srgbClr val="800000"/>
                </a:solidFill>
              </a:rPr>
              <a:t>Delivery Management </a:t>
            </a:r>
          </a:p>
        </p:txBody>
      </p:sp>
      <p:sp>
        <p:nvSpPr>
          <p:cNvPr id="113" name="AutoShape 106"/>
          <p:cNvSpPr>
            <a:spLocks/>
          </p:cNvSpPr>
          <p:nvPr/>
        </p:nvSpPr>
        <p:spPr bwMode="auto">
          <a:xfrm>
            <a:off x="8316913" y="2492375"/>
            <a:ext cx="288925" cy="3097213"/>
          </a:xfrm>
          <a:prstGeom prst="rightBrace">
            <a:avLst>
              <a:gd name="adj1" fmla="val 89332"/>
              <a:gd name="adj2" fmla="val 50000"/>
            </a:avLst>
          </a:prstGeom>
          <a:noFill/>
          <a:ln w="254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GB" dirty="0"/>
          </a:p>
        </p:txBody>
      </p:sp>
      <p:sp>
        <p:nvSpPr>
          <p:cNvPr id="114" name="AutoShape 107"/>
          <p:cNvSpPr>
            <a:spLocks noChangeArrowheads="1"/>
          </p:cNvSpPr>
          <p:nvPr/>
        </p:nvSpPr>
        <p:spPr bwMode="auto">
          <a:xfrm>
            <a:off x="7596188" y="3357563"/>
            <a:ext cx="719137" cy="287337"/>
          </a:xfrm>
          <a:prstGeom prst="rightArrow">
            <a:avLst>
              <a:gd name="adj1" fmla="val 50000"/>
              <a:gd name="adj2" fmla="val 62569"/>
            </a:avLst>
          </a:prstGeom>
          <a:gradFill rotWithShape="1">
            <a:gsLst>
              <a:gs pos="0">
                <a:srgbClr val="800000"/>
              </a:gs>
              <a:gs pos="100000">
                <a:srgbClr val="800000">
                  <a:gamma/>
                  <a:tint val="25098"/>
                  <a:invGamma/>
                </a:srgbClr>
              </a:gs>
            </a:gsLst>
            <a:lin ang="0" scaled="1"/>
          </a:gradFill>
          <a:ln w="28575" cap="rnd" algn="ctr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sp>
        <p:nvSpPr>
          <p:cNvPr id="115" name="Text Box 108"/>
          <p:cNvSpPr txBox="1">
            <a:spLocks noChangeArrowheads="1"/>
          </p:cNvSpPr>
          <p:nvPr/>
        </p:nvSpPr>
        <p:spPr bwMode="auto">
          <a:xfrm rot="5400000">
            <a:off x="7137400" y="3695701"/>
            <a:ext cx="3240087" cy="25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r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GB" altLang="en-US" sz="1400" i="0" dirty="0">
                <a:solidFill>
                  <a:srgbClr val="800000"/>
                </a:solidFill>
              </a:rPr>
              <a:t>Transition to Production support </a:t>
            </a:r>
          </a:p>
        </p:txBody>
      </p:sp>
      <p:sp>
        <p:nvSpPr>
          <p:cNvPr id="116" name="AutoShape 109"/>
          <p:cNvSpPr>
            <a:spLocks noChangeArrowheads="1"/>
          </p:cNvSpPr>
          <p:nvPr/>
        </p:nvSpPr>
        <p:spPr bwMode="auto">
          <a:xfrm>
            <a:off x="7597775" y="4508500"/>
            <a:ext cx="719138" cy="287338"/>
          </a:xfrm>
          <a:prstGeom prst="rightArrow">
            <a:avLst>
              <a:gd name="adj1" fmla="val 50000"/>
              <a:gd name="adj2" fmla="val 62569"/>
            </a:avLst>
          </a:prstGeom>
          <a:gradFill rotWithShape="1">
            <a:gsLst>
              <a:gs pos="0">
                <a:srgbClr val="800000"/>
              </a:gs>
              <a:gs pos="100000">
                <a:srgbClr val="800000">
                  <a:gamma/>
                  <a:tint val="25098"/>
                  <a:invGamma/>
                </a:srgbClr>
              </a:gs>
            </a:gsLst>
            <a:lin ang="0" scaled="1"/>
          </a:gradFill>
          <a:ln w="28575" cap="rnd" algn="ctr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sp>
        <p:nvSpPr>
          <p:cNvPr id="117" name="AutoShape 110"/>
          <p:cNvSpPr>
            <a:spLocks noChangeArrowheads="1"/>
          </p:cNvSpPr>
          <p:nvPr/>
        </p:nvSpPr>
        <p:spPr bwMode="auto">
          <a:xfrm>
            <a:off x="7597775" y="5229225"/>
            <a:ext cx="719138" cy="287338"/>
          </a:xfrm>
          <a:prstGeom prst="rightArrow">
            <a:avLst>
              <a:gd name="adj1" fmla="val 50000"/>
              <a:gd name="adj2" fmla="val 62569"/>
            </a:avLst>
          </a:prstGeom>
          <a:gradFill rotWithShape="1">
            <a:gsLst>
              <a:gs pos="0">
                <a:srgbClr val="800000"/>
              </a:gs>
              <a:gs pos="100000">
                <a:srgbClr val="800000">
                  <a:gamma/>
                  <a:tint val="25098"/>
                  <a:invGamma/>
                </a:srgbClr>
              </a:gs>
            </a:gsLst>
            <a:lin ang="0" scaled="1"/>
          </a:gradFill>
          <a:ln w="28575" cap="rnd" algn="ctr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sp>
        <p:nvSpPr>
          <p:cNvPr id="118" name="AutoShape 111"/>
          <p:cNvSpPr>
            <a:spLocks noChangeArrowheads="1"/>
          </p:cNvSpPr>
          <p:nvPr/>
        </p:nvSpPr>
        <p:spPr bwMode="auto">
          <a:xfrm>
            <a:off x="7596188" y="2492375"/>
            <a:ext cx="719137" cy="287338"/>
          </a:xfrm>
          <a:prstGeom prst="rightArrow">
            <a:avLst>
              <a:gd name="adj1" fmla="val 50000"/>
              <a:gd name="adj2" fmla="val 62569"/>
            </a:avLst>
          </a:prstGeom>
          <a:gradFill rotWithShape="1">
            <a:gsLst>
              <a:gs pos="0">
                <a:srgbClr val="800000"/>
              </a:gs>
              <a:gs pos="100000">
                <a:srgbClr val="800000">
                  <a:gamma/>
                  <a:tint val="25098"/>
                  <a:invGamma/>
                </a:srgbClr>
              </a:gs>
            </a:gsLst>
            <a:lin ang="0" scaled="1"/>
          </a:gradFill>
          <a:ln w="28575" cap="rnd" algn="ctr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0450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/>
      <p:bldP spid="100" grpId="0" animBg="1"/>
      <p:bldP spid="101" grpId="0" animBg="1"/>
      <p:bldP spid="102" grpId="0" animBg="1"/>
      <p:bldP spid="103" grpId="0" animBg="1"/>
      <p:bldP spid="104" grpId="0"/>
      <p:bldP spid="105" grpId="0" animBg="1"/>
      <p:bldP spid="106" grpId="0" animBg="1"/>
      <p:bldP spid="107" grpId="0" animBg="1"/>
      <p:bldP spid="108" grpId="0"/>
      <p:bldP spid="109" grpId="0" animBg="1"/>
      <p:bldP spid="110" grpId="0" animBg="1"/>
      <p:bldP spid="111" grpId="0" animBg="1"/>
      <p:bldP spid="112" grpId="0"/>
      <p:bldP spid="113" grpId="0" animBg="1"/>
      <p:bldP spid="114" grpId="0" animBg="1"/>
      <p:bldP spid="115" grpId="0"/>
      <p:bldP spid="116" grpId="0" animBg="1"/>
      <p:bldP spid="117" grpId="0" animBg="1"/>
      <p:bldP spid="1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Integration</a:t>
            </a:r>
            <a:endParaRPr 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17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Continuous Integration - Defined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98" name="Rectangle 91"/>
          <p:cNvSpPr>
            <a:spLocks noChangeArrowheads="1"/>
          </p:cNvSpPr>
          <p:nvPr/>
        </p:nvSpPr>
        <p:spPr bwMode="auto">
          <a:xfrm>
            <a:off x="0" y="1700213"/>
            <a:ext cx="9144000" cy="508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pic>
        <p:nvPicPr>
          <p:cNvPr id="102402" name="Picture 2" descr="http://www.tobydesforges.com/wp-content/uploads/2014/10/integration-puzzl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14291" y="3537783"/>
            <a:ext cx="5169536" cy="3320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7061" y="2056916"/>
            <a:ext cx="4858111" cy="442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800" b="0" baseline="76000" dirty="0" smtClean="0">
                <a:solidFill>
                  <a:srgbClr val="333333"/>
                </a:solidFill>
                <a:latin typeface="Open Sans"/>
              </a:rPr>
              <a:t>[1]</a:t>
            </a:r>
            <a:r>
              <a:rPr lang="en-PH" b="0" dirty="0" smtClean="0">
                <a:solidFill>
                  <a:srgbClr val="333333"/>
                </a:solidFill>
                <a:latin typeface="Open Sans"/>
              </a:rPr>
              <a:t>Continuous </a:t>
            </a:r>
            <a:r>
              <a:rPr lang="en-PH" b="0" dirty="0">
                <a:solidFill>
                  <a:srgbClr val="333333"/>
                </a:solidFill>
                <a:latin typeface="Open Sans"/>
              </a:rPr>
              <a:t>Integration (CI) is a development practice that requires developers to integrate code into a shared repository several times a day. Each check-in is then verified by an automated build, allowing teams to detect problems early.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23996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Continuous Integration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98" name="Rectangle 91"/>
          <p:cNvSpPr>
            <a:spLocks noChangeArrowheads="1"/>
          </p:cNvSpPr>
          <p:nvPr/>
        </p:nvSpPr>
        <p:spPr bwMode="auto">
          <a:xfrm>
            <a:off x="0" y="1700213"/>
            <a:ext cx="9144000" cy="508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930275" y="2114550"/>
            <a:ext cx="787400" cy="509588"/>
            <a:chOff x="4299869" y="1700808"/>
            <a:chExt cx="1280242" cy="580256"/>
          </a:xfrm>
        </p:grpSpPr>
        <p:grpSp>
          <p:nvGrpSpPr>
            <p:cNvPr id="9" name="Group 8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3977353" y="1740527"/>
                <a:ext cx="1549333" cy="252325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Compile &amp; Package</a:t>
                </a:r>
              </a:p>
            </p:txBody>
          </p:sp>
        </p:grpSp>
        <p:pic>
          <p:nvPicPr>
            <p:cNvPr id="10" name="Picture 2" descr="conso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4" descr="trigg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930275" y="2765425"/>
            <a:ext cx="787400" cy="511175"/>
            <a:chOff x="4299869" y="1700808"/>
            <a:chExt cx="1280242" cy="580256"/>
          </a:xfrm>
        </p:grpSpPr>
        <p:grpSp>
          <p:nvGrpSpPr>
            <p:cNvPr id="15" name="Group 8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Sonar Code Analysis</a:t>
                </a:r>
              </a:p>
            </p:txBody>
          </p:sp>
        </p:grpSp>
        <p:pic>
          <p:nvPicPr>
            <p:cNvPr id="16" name="Picture 2" descr="conso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4" descr="trigg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928688" y="3416300"/>
            <a:ext cx="788987" cy="511175"/>
            <a:chOff x="4299869" y="1700808"/>
            <a:chExt cx="1280242" cy="580256"/>
          </a:xfrm>
        </p:grpSpPr>
        <p:grpSp>
          <p:nvGrpSpPr>
            <p:cNvPr id="21" name="Group 7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Unit Tests</a:t>
                </a:r>
              </a:p>
            </p:txBody>
          </p:sp>
        </p:grpSp>
        <p:pic>
          <p:nvPicPr>
            <p:cNvPr id="22" name="Picture 2" descr="consol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4" descr="trigg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36513" y="2808288"/>
            <a:ext cx="771525" cy="388937"/>
            <a:chOff x="4479190" y="5553343"/>
            <a:chExt cx="1656184" cy="749967"/>
          </a:xfrm>
        </p:grpSpPr>
        <p:sp>
          <p:nvSpPr>
            <p:cNvPr id="27" name="Rounded Rectangle 26"/>
            <p:cNvSpPr/>
            <p:nvPr/>
          </p:nvSpPr>
          <p:spPr>
            <a:xfrm>
              <a:off x="4479190" y="5553343"/>
              <a:ext cx="1656184" cy="749967"/>
            </a:xfrm>
            <a:prstGeom prst="roundRect">
              <a:avLst>
                <a:gd name="adj" fmla="val 586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5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GB" sz="500" dirty="0">
                  <a:solidFill>
                    <a:schemeClr val="tx1"/>
                  </a:solidFill>
                </a:rPr>
                <a:t>Committer: jdoe</a:t>
              </a:r>
              <a:br>
                <a:rPr lang="en-GB" sz="500" dirty="0">
                  <a:solidFill>
                    <a:schemeClr val="tx1"/>
                  </a:solidFill>
                </a:rPr>
              </a:br>
              <a:r>
                <a:rPr lang="en-GB" sz="500" dirty="0">
                  <a:solidFill>
                    <a:schemeClr val="tx1"/>
                  </a:solidFill>
                </a:rPr>
                <a:t>Story:25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533715" y="5593136"/>
              <a:ext cx="1547135" cy="254072"/>
            </a:xfrm>
            <a:prstGeom prst="roundRect">
              <a:avLst>
                <a:gd name="adj" fmla="val 5869"/>
              </a:avLst>
            </a:pr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anchor="ctr"/>
            <a:lstStyle/>
            <a:p>
              <a:pPr algn="ctr">
                <a:defRPr/>
              </a:pPr>
              <a:r>
                <a:rPr lang="en-GB" sz="600" dirty="0">
                  <a:solidFill>
                    <a:schemeClr val="tx1"/>
                  </a:solidFill>
                </a:rPr>
                <a:t>Commit ID: 113</a:t>
              </a:r>
            </a:p>
          </p:txBody>
        </p:sp>
      </p:grpSp>
      <p:sp>
        <p:nvSpPr>
          <p:cNvPr id="29" name="U-Turn Arrow 28"/>
          <p:cNvSpPr/>
          <p:nvPr/>
        </p:nvSpPr>
        <p:spPr bwMode="auto">
          <a:xfrm rot="5400000">
            <a:off x="2095952" y="3335998"/>
            <a:ext cx="1839099" cy="106346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vert270" lIns="108000" tIns="0" bIns="0"/>
          <a:lstStyle/>
          <a:p>
            <a:pPr eaLnBrk="0" hangingPunct="0">
              <a:lnSpc>
                <a:spcPct val="80000"/>
              </a:lnSpc>
              <a:defRPr/>
            </a:pPr>
            <a:endParaRPr lang="en-GB" sz="1000" b="1" dirty="0">
              <a:solidFill>
                <a:schemeClr val="tx1"/>
              </a:solidFill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401272"/>
            <a:ext cx="4856483" cy="2728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30"/>
          <p:cNvSpPr/>
          <p:nvPr/>
        </p:nvSpPr>
        <p:spPr>
          <a:xfrm rot="19089397">
            <a:off x="6085908" y="3439486"/>
            <a:ext cx="900100" cy="78109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318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29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Deployment</a:t>
            </a:r>
            <a:endParaRPr 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75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Continuous Deployment - Defined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98" name="Rectangle 91"/>
          <p:cNvSpPr>
            <a:spLocks noChangeArrowheads="1"/>
          </p:cNvSpPr>
          <p:nvPr/>
        </p:nvSpPr>
        <p:spPr bwMode="auto">
          <a:xfrm>
            <a:off x="0" y="1700213"/>
            <a:ext cx="9144000" cy="508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97061" y="1823845"/>
            <a:ext cx="4858111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b="0" dirty="0" smtClean="0"/>
              <a:t>Continuous Deployment is the </a:t>
            </a:r>
            <a:r>
              <a:rPr lang="en-PH" b="0" dirty="0"/>
              <a:t>release into production of software that passes the automated tests</a:t>
            </a:r>
            <a:r>
              <a:rPr lang="en-PH" b="0" dirty="0" smtClean="0"/>
              <a:t>.</a:t>
            </a:r>
          </a:p>
          <a:p>
            <a:endParaRPr lang="en-PH" b="0" dirty="0"/>
          </a:p>
          <a:p>
            <a:r>
              <a:rPr lang="en-PH" b="0" dirty="0"/>
              <a:t>Essentially, “it is the practice of releasing every good build to users,” explains Jez Humble, author of Continuous Delivery.</a:t>
            </a:r>
          </a:p>
        </p:txBody>
      </p:sp>
      <p:pic>
        <p:nvPicPr>
          <p:cNvPr id="103426" name="Picture 2" descr="http://www.kohosoftware.com/uploads/4/5/3/4/45342597/566091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653" y="2759992"/>
            <a:ext cx="3248637" cy="313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688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Continuous Deployment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98" name="Rectangle 91"/>
          <p:cNvSpPr>
            <a:spLocks noChangeArrowheads="1"/>
          </p:cNvSpPr>
          <p:nvPr/>
        </p:nvSpPr>
        <p:spPr bwMode="auto">
          <a:xfrm>
            <a:off x="0" y="1700213"/>
            <a:ext cx="9144000" cy="50847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GB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401272"/>
            <a:ext cx="4856483" cy="2728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930275" y="2114550"/>
            <a:ext cx="787400" cy="509588"/>
            <a:chOff x="4299869" y="1700808"/>
            <a:chExt cx="1280242" cy="580256"/>
          </a:xfrm>
        </p:grpSpPr>
        <p:grpSp>
          <p:nvGrpSpPr>
            <p:cNvPr id="12" name="Group 8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3977353" y="1740527"/>
                <a:ext cx="1549333" cy="252325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Compile &amp; Package</a:t>
                </a:r>
              </a:p>
            </p:txBody>
          </p:sp>
        </p:grpSp>
        <p:pic>
          <p:nvPicPr>
            <p:cNvPr id="13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930275" y="2765425"/>
            <a:ext cx="787400" cy="511175"/>
            <a:chOff x="4299869" y="1700808"/>
            <a:chExt cx="1280242" cy="580256"/>
          </a:xfrm>
        </p:grpSpPr>
        <p:grpSp>
          <p:nvGrpSpPr>
            <p:cNvPr id="18" name="Group 8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Sonar Code Analysis</a:t>
                </a:r>
              </a:p>
            </p:txBody>
          </p:sp>
        </p:grpSp>
        <p:pic>
          <p:nvPicPr>
            <p:cNvPr id="19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928688" y="3416300"/>
            <a:ext cx="788987" cy="511175"/>
            <a:chOff x="4299869" y="1700808"/>
            <a:chExt cx="1280242" cy="580256"/>
          </a:xfrm>
        </p:grpSpPr>
        <p:grpSp>
          <p:nvGrpSpPr>
            <p:cNvPr id="24" name="Group 7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27" name="Rounded Rectangle 26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Unit Tests</a:t>
                </a:r>
              </a:p>
            </p:txBody>
          </p:sp>
        </p:grpSp>
        <p:pic>
          <p:nvPicPr>
            <p:cNvPr id="25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1824038" y="2768600"/>
            <a:ext cx="788987" cy="511175"/>
            <a:chOff x="4299869" y="1700808"/>
            <a:chExt cx="1280242" cy="580256"/>
          </a:xfrm>
        </p:grpSpPr>
        <p:grpSp>
          <p:nvGrpSpPr>
            <p:cNvPr id="30" name="Group 7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33" name="Rounded Rectangle 32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Create ST env</a:t>
                </a:r>
              </a:p>
            </p:txBody>
          </p:sp>
        </p:grpSp>
        <p:pic>
          <p:nvPicPr>
            <p:cNvPr id="31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2719388" y="2768600"/>
            <a:ext cx="787400" cy="511175"/>
            <a:chOff x="4299869" y="1700808"/>
            <a:chExt cx="1280242" cy="580256"/>
          </a:xfrm>
        </p:grpSpPr>
        <p:grpSp>
          <p:nvGrpSpPr>
            <p:cNvPr id="36" name="Group 6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Deploy Code</a:t>
                </a:r>
              </a:p>
            </p:txBody>
          </p:sp>
        </p:grpSp>
        <p:pic>
          <p:nvPicPr>
            <p:cNvPr id="37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5402263" y="2768600"/>
            <a:ext cx="788987" cy="511175"/>
            <a:chOff x="4299869" y="1700808"/>
            <a:chExt cx="1280242" cy="580256"/>
          </a:xfrm>
        </p:grpSpPr>
        <p:grpSp>
          <p:nvGrpSpPr>
            <p:cNvPr id="42" name="Group 5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Create clustered env</a:t>
                </a:r>
              </a:p>
            </p:txBody>
          </p:sp>
        </p:grpSp>
        <p:pic>
          <p:nvPicPr>
            <p:cNvPr id="43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7" name="Group 46"/>
          <p:cNvGrpSpPr>
            <a:grpSpLocks/>
          </p:cNvGrpSpPr>
          <p:nvPr/>
        </p:nvGrpSpPr>
        <p:grpSpPr bwMode="auto">
          <a:xfrm>
            <a:off x="5418138" y="3416300"/>
            <a:ext cx="788987" cy="511175"/>
            <a:chOff x="4299869" y="1700808"/>
            <a:chExt cx="1280242" cy="580256"/>
          </a:xfrm>
        </p:grpSpPr>
        <p:grpSp>
          <p:nvGrpSpPr>
            <p:cNvPr id="48" name="Group 4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Tear down ST env</a:t>
                </a:r>
              </a:p>
            </p:txBody>
          </p:sp>
        </p:grpSp>
        <p:pic>
          <p:nvPicPr>
            <p:cNvPr id="49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6297613" y="2768600"/>
            <a:ext cx="787400" cy="511175"/>
            <a:chOff x="4299869" y="1700808"/>
            <a:chExt cx="1280242" cy="580256"/>
          </a:xfrm>
        </p:grpSpPr>
        <p:grpSp>
          <p:nvGrpSpPr>
            <p:cNvPr id="54" name="Group 4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57" name="Rounded Rectangle 56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58" name="Rounded Rectangle 57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Deploy Code</a:t>
                </a:r>
              </a:p>
            </p:txBody>
          </p:sp>
        </p:grpSp>
        <p:pic>
          <p:nvPicPr>
            <p:cNvPr id="55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" name="Group 58"/>
          <p:cNvGrpSpPr>
            <a:grpSpLocks/>
          </p:cNvGrpSpPr>
          <p:nvPr/>
        </p:nvGrpSpPr>
        <p:grpSpPr bwMode="auto">
          <a:xfrm>
            <a:off x="7191375" y="2768600"/>
            <a:ext cx="788988" cy="511175"/>
            <a:chOff x="4299869" y="1700808"/>
            <a:chExt cx="1280242" cy="580256"/>
          </a:xfrm>
        </p:grpSpPr>
        <p:grpSp>
          <p:nvGrpSpPr>
            <p:cNvPr id="60" name="Group 3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63" name="Rounded Rectangle 62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Perf Test</a:t>
                </a:r>
              </a:p>
            </p:txBody>
          </p:sp>
        </p:grpSp>
        <p:pic>
          <p:nvPicPr>
            <p:cNvPr id="61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7191375" y="3419475"/>
            <a:ext cx="788988" cy="511175"/>
            <a:chOff x="4299869" y="1700808"/>
            <a:chExt cx="1280242" cy="580256"/>
          </a:xfrm>
        </p:grpSpPr>
        <p:grpSp>
          <p:nvGrpSpPr>
            <p:cNvPr id="66" name="Group 3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70" name="Rounded Rectangle 69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Security Test</a:t>
                </a:r>
              </a:p>
            </p:txBody>
          </p:sp>
        </p:grpSp>
        <p:pic>
          <p:nvPicPr>
            <p:cNvPr id="67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1" name="Group 70"/>
          <p:cNvGrpSpPr>
            <a:grpSpLocks/>
          </p:cNvGrpSpPr>
          <p:nvPr/>
        </p:nvGrpSpPr>
        <p:grpSpPr bwMode="auto">
          <a:xfrm>
            <a:off x="7191375" y="4070350"/>
            <a:ext cx="788988" cy="511175"/>
            <a:chOff x="4299869" y="1700808"/>
            <a:chExt cx="1280242" cy="580256"/>
          </a:xfrm>
        </p:grpSpPr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75" name="Rounded Rectangle 74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Ops Test</a:t>
                </a:r>
              </a:p>
            </p:txBody>
          </p:sp>
        </p:grpSp>
        <p:pic>
          <p:nvPicPr>
            <p:cNvPr id="73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8067675" y="3422650"/>
            <a:ext cx="788988" cy="511175"/>
            <a:chOff x="4299869" y="1700808"/>
            <a:chExt cx="1280242" cy="580256"/>
          </a:xfrm>
        </p:grpSpPr>
        <p:grpSp>
          <p:nvGrpSpPr>
            <p:cNvPr id="78" name="Group 2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82" name="Rounded Rectangle 81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Prod deploy</a:t>
                </a:r>
              </a:p>
            </p:txBody>
          </p:sp>
        </p:grpSp>
        <p:pic>
          <p:nvPicPr>
            <p:cNvPr id="79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36513" y="2808288"/>
            <a:ext cx="771525" cy="388937"/>
            <a:chOff x="4479190" y="5553343"/>
            <a:chExt cx="1656184" cy="749967"/>
          </a:xfrm>
        </p:grpSpPr>
        <p:sp>
          <p:nvSpPr>
            <p:cNvPr id="84" name="Rounded Rectangle 83"/>
            <p:cNvSpPr/>
            <p:nvPr/>
          </p:nvSpPr>
          <p:spPr>
            <a:xfrm>
              <a:off x="4479190" y="5553343"/>
              <a:ext cx="1656184" cy="749967"/>
            </a:xfrm>
            <a:prstGeom prst="roundRect">
              <a:avLst>
                <a:gd name="adj" fmla="val 586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5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GB" sz="500" dirty="0">
                  <a:solidFill>
                    <a:schemeClr val="tx1"/>
                  </a:solidFill>
                </a:rPr>
                <a:t>Committer: jdoe</a:t>
              </a:r>
              <a:br>
                <a:rPr lang="en-GB" sz="500" dirty="0">
                  <a:solidFill>
                    <a:schemeClr val="tx1"/>
                  </a:solidFill>
                </a:rPr>
              </a:br>
              <a:r>
                <a:rPr lang="en-GB" sz="500" dirty="0">
                  <a:solidFill>
                    <a:schemeClr val="tx1"/>
                  </a:solidFill>
                </a:rPr>
                <a:t>Story:25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4533715" y="5593136"/>
              <a:ext cx="1547135" cy="254072"/>
            </a:xfrm>
            <a:prstGeom prst="roundRect">
              <a:avLst>
                <a:gd name="adj" fmla="val 5869"/>
              </a:avLst>
            </a:pr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anchor="ctr"/>
            <a:lstStyle/>
            <a:p>
              <a:pPr algn="ctr">
                <a:defRPr/>
              </a:pPr>
              <a:r>
                <a:rPr lang="en-GB" sz="600" dirty="0">
                  <a:solidFill>
                    <a:schemeClr val="tx1"/>
                  </a:solidFill>
                </a:rPr>
                <a:t>Commit ID: 113</a:t>
              </a:r>
            </a:p>
          </p:txBody>
        </p:sp>
      </p:grpSp>
      <p:grpSp>
        <p:nvGrpSpPr>
          <p:cNvPr id="86" name="Group 85"/>
          <p:cNvGrpSpPr>
            <a:grpSpLocks/>
          </p:cNvGrpSpPr>
          <p:nvPr/>
        </p:nvGrpSpPr>
        <p:grpSpPr bwMode="auto">
          <a:xfrm>
            <a:off x="4508500" y="2768600"/>
            <a:ext cx="787400" cy="511175"/>
            <a:chOff x="4299869" y="1700808"/>
            <a:chExt cx="1280242" cy="580256"/>
          </a:xfrm>
        </p:grpSpPr>
        <p:grpSp>
          <p:nvGrpSpPr>
            <p:cNvPr id="87" name="Group 5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90" name="Rounded Rectangle 89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91" name="Rounded Rectangle 90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Test Harness</a:t>
                </a:r>
              </a:p>
            </p:txBody>
          </p:sp>
        </p:grpSp>
        <p:pic>
          <p:nvPicPr>
            <p:cNvPr id="88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" name="Group 91"/>
          <p:cNvGrpSpPr>
            <a:grpSpLocks/>
          </p:cNvGrpSpPr>
          <p:nvPr/>
        </p:nvGrpSpPr>
        <p:grpSpPr bwMode="auto">
          <a:xfrm>
            <a:off x="3581400" y="2768600"/>
            <a:ext cx="787400" cy="511175"/>
            <a:chOff x="4299869" y="1700808"/>
            <a:chExt cx="1280242" cy="580256"/>
          </a:xfrm>
        </p:grpSpPr>
        <p:grpSp>
          <p:nvGrpSpPr>
            <p:cNvPr id="93" name="Group 6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96" name="Rounded Rectangle 95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97" name="Rounded Rectangle 96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Load Test Data</a:t>
                </a:r>
              </a:p>
            </p:txBody>
          </p:sp>
        </p:grpSp>
        <p:pic>
          <p:nvPicPr>
            <p:cNvPr id="94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9" name="Group 98"/>
          <p:cNvGrpSpPr/>
          <p:nvPr/>
        </p:nvGrpSpPr>
        <p:grpSpPr>
          <a:xfrm>
            <a:off x="5638455" y="1990581"/>
            <a:ext cx="3906922" cy="1161063"/>
            <a:chOff x="5638455" y="1990581"/>
            <a:chExt cx="3906922" cy="1161063"/>
          </a:xfrm>
        </p:grpSpPr>
        <p:sp>
          <p:nvSpPr>
            <p:cNvPr id="100" name="Rectangle 99"/>
            <p:cNvSpPr/>
            <p:nvPr/>
          </p:nvSpPr>
          <p:spPr>
            <a:xfrm rot="19089397">
              <a:off x="5638455" y="2370552"/>
              <a:ext cx="3906922" cy="781092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8726542" y="1990581"/>
              <a:ext cx="45397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 smtClean="0">
                  <a:solidFill>
                    <a:schemeClr val="accent1"/>
                  </a:solidFill>
                </a:rPr>
                <a:t>+</a:t>
              </a:r>
              <a:endParaRPr lang="en-GB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2" name="U-Turn Arrow 101"/>
          <p:cNvSpPr/>
          <p:nvPr/>
        </p:nvSpPr>
        <p:spPr bwMode="auto">
          <a:xfrm rot="5400000">
            <a:off x="3263723" y="4161015"/>
            <a:ext cx="2486221" cy="1063468"/>
          </a:xfrm>
          <a:prstGeom prst="uturnArrow">
            <a:avLst>
              <a:gd name="adj1" fmla="val 25000"/>
              <a:gd name="adj2" fmla="val 20701"/>
              <a:gd name="adj3" fmla="val 25000"/>
              <a:gd name="adj4" fmla="val 43750"/>
              <a:gd name="adj5" fmla="val 100000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vert270" lIns="108000" tIns="0" bIns="0"/>
          <a:lstStyle/>
          <a:p>
            <a:pPr eaLnBrk="0" hangingPunct="0">
              <a:lnSpc>
                <a:spcPct val="80000"/>
              </a:lnSpc>
              <a:defRPr/>
            </a:pPr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77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 Tools</a:t>
            </a:r>
            <a:endParaRPr 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35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103" name="Text Placeholder 1"/>
          <p:cNvSpPr txBox="1">
            <a:spLocks/>
          </p:cNvSpPr>
          <p:nvPr/>
        </p:nvSpPr>
        <p:spPr>
          <a:xfrm>
            <a:off x="452548" y="1673557"/>
            <a:ext cx="8151900" cy="396548"/>
          </a:xfrm>
          <a:prstGeom prst="rect">
            <a:avLst/>
          </a:prstGeom>
        </p:spPr>
        <p:txBody>
          <a:bodyPr/>
          <a:lstStyle>
            <a:lvl1pPr marL="17621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1pPr>
            <a:lvl2pPr marL="361950" indent="-185738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marL="53816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marL="715963" indent="-17780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marL="900113" indent="-18415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Broadly we deal with:</a:t>
            </a:r>
            <a:endParaRPr lang="en-GB" sz="2000" dirty="0">
              <a:solidFill>
                <a:schemeClr val="accent2"/>
              </a:solidFill>
            </a:endParaRPr>
          </a:p>
        </p:txBody>
      </p:sp>
      <p:sp>
        <p:nvSpPr>
          <p:cNvPr id="104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96888" y="2207583"/>
            <a:ext cx="8151812" cy="4688881"/>
          </a:xfrm>
          <a:prstGeom prst="rect">
            <a:avLst/>
          </a:prstGeom>
        </p:spPr>
        <p:txBody>
          <a:bodyPr/>
          <a:lstStyle/>
          <a:p>
            <a:r>
              <a:rPr lang="en-GB" sz="2000" dirty="0"/>
              <a:t>SCM </a:t>
            </a:r>
            <a:endParaRPr lang="en-GB" sz="2000" dirty="0" smtClean="0"/>
          </a:p>
          <a:p>
            <a:pPr lvl="1"/>
            <a:r>
              <a:rPr lang="en-GB" sz="2000" dirty="0" smtClean="0"/>
              <a:t>Where are we going to safely store software, data and media and track and control it?</a:t>
            </a:r>
          </a:p>
          <a:p>
            <a:endParaRPr lang="en-GB" sz="2000" dirty="0"/>
          </a:p>
          <a:p>
            <a:r>
              <a:rPr lang="en-GB" sz="2000" dirty="0" smtClean="0"/>
              <a:t>Orchestration </a:t>
            </a:r>
          </a:p>
          <a:p>
            <a:pPr lvl="1"/>
            <a:r>
              <a:rPr lang="en-GB" sz="2000" dirty="0" smtClean="0"/>
              <a:t>How are we going to move software, data and media around and configure it (remember infrastructure “is” software as well)</a:t>
            </a:r>
          </a:p>
          <a:p>
            <a:pPr lvl="1"/>
            <a:endParaRPr lang="en-GB" sz="2000" dirty="0"/>
          </a:p>
          <a:p>
            <a:r>
              <a:rPr lang="en-GB" sz="2000" dirty="0" smtClean="0"/>
              <a:t>Automated Quality Assurance</a:t>
            </a:r>
          </a:p>
          <a:p>
            <a:pPr lvl="1"/>
            <a:r>
              <a:rPr lang="en-GB" sz="2000" dirty="0" smtClean="0"/>
              <a:t>How do we know the software does / is doing what it is supposed to.  “The continuum of testing and monitoring”</a:t>
            </a:r>
          </a:p>
        </p:txBody>
      </p:sp>
    </p:spTree>
    <p:extLst>
      <p:ext uri="{BB962C8B-B14F-4D97-AF65-F5344CB8AC3E}">
        <p14:creationId xmlns:p14="http://schemas.microsoft.com/office/powerpoint/2010/main" val="2227469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pic>
        <p:nvPicPr>
          <p:cNvPr id="7" name="Picture 2" descr="Factory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04313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ounded Rectangle 7"/>
          <p:cNvSpPr/>
          <p:nvPr/>
        </p:nvSpPr>
        <p:spPr>
          <a:xfrm>
            <a:off x="98425" y="1196752"/>
            <a:ext cx="9005888" cy="5130800"/>
          </a:xfrm>
          <a:prstGeom prst="roundRect">
            <a:avLst/>
          </a:prstGeom>
          <a:solidFill>
            <a:srgbClr val="FFFFFF">
              <a:alpha val="6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00" dirty="0"/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930275" y="2193702"/>
            <a:ext cx="787400" cy="509588"/>
            <a:chOff x="4299869" y="1700808"/>
            <a:chExt cx="1280242" cy="580256"/>
          </a:xfrm>
        </p:grpSpPr>
        <p:grpSp>
          <p:nvGrpSpPr>
            <p:cNvPr id="10" name="Group 8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3977353" y="1740527"/>
                <a:ext cx="1549333" cy="252325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Compile &amp; Package</a:t>
                </a:r>
              </a:p>
            </p:txBody>
          </p:sp>
        </p:grpSp>
        <p:pic>
          <p:nvPicPr>
            <p:cNvPr id="11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58396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930275" y="2844577"/>
            <a:ext cx="787400" cy="511175"/>
            <a:chOff x="4299869" y="1700808"/>
            <a:chExt cx="1280242" cy="580256"/>
          </a:xfrm>
        </p:grpSpPr>
        <p:grpSp>
          <p:nvGrpSpPr>
            <p:cNvPr id="16" name="Group 8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Sonar Code Analysis</a:t>
                </a:r>
              </a:p>
            </p:txBody>
          </p:sp>
        </p:grpSp>
        <p:pic>
          <p:nvPicPr>
            <p:cNvPr id="17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928688" y="3495452"/>
            <a:ext cx="788987" cy="511175"/>
            <a:chOff x="4299869" y="1700808"/>
            <a:chExt cx="1280242" cy="580256"/>
          </a:xfrm>
        </p:grpSpPr>
        <p:grpSp>
          <p:nvGrpSpPr>
            <p:cNvPr id="22" name="Group 7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25" name="Rounded Rectangle 24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Unit Tests</a:t>
                </a:r>
              </a:p>
            </p:txBody>
          </p:sp>
        </p:grpSp>
        <p:pic>
          <p:nvPicPr>
            <p:cNvPr id="23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1824038" y="2847752"/>
            <a:ext cx="788987" cy="511175"/>
            <a:chOff x="4299869" y="1700808"/>
            <a:chExt cx="1280242" cy="580256"/>
          </a:xfrm>
        </p:grpSpPr>
        <p:grpSp>
          <p:nvGrpSpPr>
            <p:cNvPr id="28" name="Group 7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Create ST env</a:t>
                </a:r>
              </a:p>
            </p:txBody>
          </p:sp>
        </p:grpSp>
        <p:pic>
          <p:nvPicPr>
            <p:cNvPr id="29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2719388" y="2847752"/>
            <a:ext cx="787400" cy="511175"/>
            <a:chOff x="4299869" y="1700808"/>
            <a:chExt cx="1280242" cy="580256"/>
          </a:xfrm>
        </p:grpSpPr>
        <p:grpSp>
          <p:nvGrpSpPr>
            <p:cNvPr id="34" name="Group 6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37" name="Rounded Rectangle 36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Deploy Code</a:t>
                </a:r>
              </a:p>
            </p:txBody>
          </p:sp>
        </p:grpSp>
        <p:pic>
          <p:nvPicPr>
            <p:cNvPr id="35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5402263" y="2847752"/>
            <a:ext cx="788987" cy="511175"/>
            <a:chOff x="4299869" y="1700808"/>
            <a:chExt cx="1280242" cy="580256"/>
          </a:xfrm>
        </p:grpSpPr>
        <p:grpSp>
          <p:nvGrpSpPr>
            <p:cNvPr id="40" name="Group 5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43" name="Rounded Rectangle 42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Create clustered env</a:t>
                </a:r>
              </a:p>
            </p:txBody>
          </p:sp>
        </p:grpSp>
        <p:pic>
          <p:nvPicPr>
            <p:cNvPr id="41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" name="Group 44"/>
          <p:cNvGrpSpPr>
            <a:grpSpLocks/>
          </p:cNvGrpSpPr>
          <p:nvPr/>
        </p:nvGrpSpPr>
        <p:grpSpPr bwMode="auto">
          <a:xfrm>
            <a:off x="5418138" y="3495452"/>
            <a:ext cx="788987" cy="511175"/>
            <a:chOff x="4299869" y="1700808"/>
            <a:chExt cx="1280242" cy="580256"/>
          </a:xfrm>
        </p:grpSpPr>
        <p:grpSp>
          <p:nvGrpSpPr>
            <p:cNvPr id="46" name="Group 4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49" name="Rounded Rectangle 48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Tear down ST env</a:t>
                </a:r>
              </a:p>
            </p:txBody>
          </p:sp>
        </p:grpSp>
        <p:pic>
          <p:nvPicPr>
            <p:cNvPr id="47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6297613" y="2847752"/>
            <a:ext cx="787400" cy="511175"/>
            <a:chOff x="4299869" y="1700808"/>
            <a:chExt cx="1280242" cy="580256"/>
          </a:xfrm>
        </p:grpSpPr>
        <p:grpSp>
          <p:nvGrpSpPr>
            <p:cNvPr id="52" name="Group 4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55" name="Rounded Rectangle 54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56" name="Rounded Rectangle 55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Deploy Code</a:t>
                </a:r>
              </a:p>
            </p:txBody>
          </p:sp>
        </p:grpSp>
        <p:pic>
          <p:nvPicPr>
            <p:cNvPr id="53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7" name="Group 56"/>
          <p:cNvGrpSpPr>
            <a:grpSpLocks/>
          </p:cNvGrpSpPr>
          <p:nvPr/>
        </p:nvGrpSpPr>
        <p:grpSpPr bwMode="auto">
          <a:xfrm>
            <a:off x="7191375" y="2847752"/>
            <a:ext cx="788988" cy="511175"/>
            <a:chOff x="4299869" y="1700808"/>
            <a:chExt cx="1280242" cy="580256"/>
          </a:xfrm>
        </p:grpSpPr>
        <p:grpSp>
          <p:nvGrpSpPr>
            <p:cNvPr id="58" name="Group 3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61" name="Rounded Rectangle 60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62" name="Rounded Rectangle 61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Perf Test</a:t>
                </a:r>
              </a:p>
            </p:txBody>
          </p:sp>
        </p:grpSp>
        <p:pic>
          <p:nvPicPr>
            <p:cNvPr id="59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7191375" y="3498627"/>
            <a:ext cx="788988" cy="511175"/>
            <a:chOff x="4299869" y="1700808"/>
            <a:chExt cx="1280242" cy="580256"/>
          </a:xfrm>
        </p:grpSpPr>
        <p:grpSp>
          <p:nvGrpSpPr>
            <p:cNvPr id="64" name="Group 3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67" name="Rounded Rectangle 66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Security Test</a:t>
                </a:r>
              </a:p>
            </p:txBody>
          </p:sp>
        </p:grpSp>
        <p:pic>
          <p:nvPicPr>
            <p:cNvPr id="65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9" name="Group 68"/>
          <p:cNvGrpSpPr>
            <a:grpSpLocks/>
          </p:cNvGrpSpPr>
          <p:nvPr/>
        </p:nvGrpSpPr>
        <p:grpSpPr bwMode="auto">
          <a:xfrm>
            <a:off x="7191375" y="4149502"/>
            <a:ext cx="788988" cy="511175"/>
            <a:chOff x="4299869" y="1700808"/>
            <a:chExt cx="1280242" cy="580256"/>
          </a:xfrm>
        </p:grpSpPr>
        <p:grpSp>
          <p:nvGrpSpPr>
            <p:cNvPr id="70" name="Group 2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73" name="Rounded Rectangle 72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74" name="Rounded Rectangle 73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Ops Test</a:t>
                </a:r>
              </a:p>
            </p:txBody>
          </p:sp>
        </p:grpSp>
        <p:pic>
          <p:nvPicPr>
            <p:cNvPr id="71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8067675" y="3501802"/>
            <a:ext cx="788988" cy="511175"/>
            <a:chOff x="4299869" y="1700808"/>
            <a:chExt cx="1280242" cy="580256"/>
          </a:xfrm>
        </p:grpSpPr>
        <p:grpSp>
          <p:nvGrpSpPr>
            <p:cNvPr id="76" name="Group 2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79" name="Rounded Rectangle 78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00B0F0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3977246" y="1740403"/>
                <a:ext cx="1549548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Prod deploy</a:t>
                </a:r>
              </a:p>
            </p:txBody>
          </p:sp>
        </p:grpSp>
        <p:pic>
          <p:nvPicPr>
            <p:cNvPr id="77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36513" y="2887440"/>
            <a:ext cx="771525" cy="388937"/>
            <a:chOff x="4479190" y="5553343"/>
            <a:chExt cx="1656184" cy="749967"/>
          </a:xfrm>
        </p:grpSpPr>
        <p:sp>
          <p:nvSpPr>
            <p:cNvPr id="82" name="Rounded Rectangle 81"/>
            <p:cNvSpPr/>
            <p:nvPr/>
          </p:nvSpPr>
          <p:spPr>
            <a:xfrm>
              <a:off x="4479190" y="5553343"/>
              <a:ext cx="1656184" cy="749967"/>
            </a:xfrm>
            <a:prstGeom prst="roundRect">
              <a:avLst>
                <a:gd name="adj" fmla="val 586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500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GB" sz="500" dirty="0">
                  <a:solidFill>
                    <a:schemeClr val="tx1"/>
                  </a:solidFill>
                </a:rPr>
                <a:t>Committer: jdoe</a:t>
              </a:r>
              <a:br>
                <a:rPr lang="en-GB" sz="500" dirty="0">
                  <a:solidFill>
                    <a:schemeClr val="tx1"/>
                  </a:solidFill>
                </a:rPr>
              </a:br>
              <a:r>
                <a:rPr lang="en-GB" sz="500" dirty="0">
                  <a:solidFill>
                    <a:schemeClr val="tx1"/>
                  </a:solidFill>
                </a:rPr>
                <a:t>Story:25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4533715" y="5593136"/>
              <a:ext cx="1547135" cy="254072"/>
            </a:xfrm>
            <a:prstGeom prst="roundRect">
              <a:avLst>
                <a:gd name="adj" fmla="val 5869"/>
              </a:avLst>
            </a:prstGeom>
            <a:solidFill>
              <a:schemeClr val="bg1"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anchor="ctr"/>
            <a:lstStyle/>
            <a:p>
              <a:pPr algn="ctr">
                <a:defRPr/>
              </a:pPr>
              <a:r>
                <a:rPr lang="en-GB" sz="600" dirty="0">
                  <a:solidFill>
                    <a:schemeClr val="tx1"/>
                  </a:solidFill>
                </a:rPr>
                <a:t>Commit ID: 113</a:t>
              </a:r>
            </a:p>
          </p:txBody>
        </p:sp>
      </p:grpSp>
      <p:grpSp>
        <p:nvGrpSpPr>
          <p:cNvPr id="84" name="Group 83"/>
          <p:cNvGrpSpPr>
            <a:grpSpLocks/>
          </p:cNvGrpSpPr>
          <p:nvPr/>
        </p:nvGrpSpPr>
        <p:grpSpPr bwMode="auto">
          <a:xfrm>
            <a:off x="4508500" y="2847752"/>
            <a:ext cx="787400" cy="511175"/>
            <a:chOff x="4299869" y="1700808"/>
            <a:chExt cx="1280242" cy="580256"/>
          </a:xfrm>
        </p:grpSpPr>
        <p:grpSp>
          <p:nvGrpSpPr>
            <p:cNvPr id="85" name="Group 59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88" name="Rounded Rectangle 87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89" name="Rounded Rectangle 88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Run Test Harness</a:t>
                </a:r>
              </a:p>
            </p:txBody>
          </p:sp>
        </p:grpSp>
        <p:pic>
          <p:nvPicPr>
            <p:cNvPr id="86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0" name="Group 89"/>
          <p:cNvGrpSpPr>
            <a:grpSpLocks/>
          </p:cNvGrpSpPr>
          <p:nvPr/>
        </p:nvGrpSpPr>
        <p:grpSpPr bwMode="auto">
          <a:xfrm>
            <a:off x="3581400" y="2847752"/>
            <a:ext cx="787400" cy="511175"/>
            <a:chOff x="4299869" y="1700808"/>
            <a:chExt cx="1280242" cy="580256"/>
          </a:xfrm>
        </p:grpSpPr>
        <p:grpSp>
          <p:nvGrpSpPr>
            <p:cNvPr id="91" name="Group 64"/>
            <p:cNvGrpSpPr>
              <a:grpSpLocks/>
            </p:cNvGrpSpPr>
            <p:nvPr/>
          </p:nvGrpSpPr>
          <p:grpSpPr bwMode="auto">
            <a:xfrm>
              <a:off x="4299869" y="1700808"/>
              <a:ext cx="1280242" cy="580256"/>
              <a:chOff x="3923928" y="1700808"/>
              <a:chExt cx="1656184" cy="749967"/>
            </a:xfrm>
          </p:grpSpPr>
          <p:sp>
            <p:nvSpPr>
              <p:cNvPr id="94" name="Rounded Rectangle 93"/>
              <p:cNvSpPr/>
              <p:nvPr/>
            </p:nvSpPr>
            <p:spPr>
              <a:xfrm>
                <a:off x="3923928" y="1700808"/>
                <a:ext cx="1656184" cy="749967"/>
              </a:xfrm>
              <a:prstGeom prst="roundRect">
                <a:avLst>
                  <a:gd name="adj" fmla="val 5869"/>
                </a:avLst>
              </a:prstGeom>
              <a:solidFill>
                <a:srgbClr val="33CC33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7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sz="1200" dirty="0"/>
              </a:p>
            </p:txBody>
          </p:sp>
          <p:sp>
            <p:nvSpPr>
              <p:cNvPr id="95" name="Rounded Rectangle 94"/>
              <p:cNvSpPr/>
              <p:nvPr/>
            </p:nvSpPr>
            <p:spPr>
              <a:xfrm>
                <a:off x="3977353" y="1740403"/>
                <a:ext cx="1549333" cy="25387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2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46800" rIns="0" anchor="ctr"/>
              <a:lstStyle/>
              <a:p>
                <a:pPr algn="ctr">
                  <a:defRPr/>
                </a:pPr>
                <a:r>
                  <a:rPr lang="en-GB" sz="600" dirty="0">
                    <a:solidFill>
                      <a:schemeClr val="tx1"/>
                    </a:solidFill>
                  </a:rPr>
                  <a:t>Load Test Data</a:t>
                </a:r>
              </a:p>
            </p:txBody>
          </p:sp>
        </p:grpSp>
        <p:pic>
          <p:nvPicPr>
            <p:cNvPr id="92" name="Picture 2" descr="consol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4" descr="trigger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7889" y="2060848"/>
              <a:ext cx="152401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6" name="U-Turn Arrow 95"/>
          <p:cNvSpPr/>
          <p:nvPr/>
        </p:nvSpPr>
        <p:spPr bwMode="auto">
          <a:xfrm rot="5400000">
            <a:off x="4569370" y="4021666"/>
            <a:ext cx="919551" cy="106346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vert270" lIns="108000" tIns="0" bIns="0"/>
          <a:lstStyle/>
          <a:p>
            <a:pPr eaLnBrk="0" hangingPunct="0">
              <a:lnSpc>
                <a:spcPct val="80000"/>
              </a:lnSpc>
              <a:defRPr/>
            </a:pP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3100" y="4076583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SCM</a:t>
            </a:r>
            <a:endParaRPr lang="en-GB" sz="2400" b="1" dirty="0"/>
          </a:p>
        </p:txBody>
      </p:sp>
      <p:sp>
        <p:nvSpPr>
          <p:cNvPr id="98" name="U-Turn Arrow 97"/>
          <p:cNvSpPr/>
          <p:nvPr/>
        </p:nvSpPr>
        <p:spPr bwMode="auto">
          <a:xfrm rot="5400000">
            <a:off x="7263333" y="5738585"/>
            <a:ext cx="919551" cy="106346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vert270" lIns="108000" tIns="0" bIns="0"/>
          <a:lstStyle/>
          <a:p>
            <a:pPr eaLnBrk="0" hangingPunct="0">
              <a:lnSpc>
                <a:spcPct val="80000"/>
              </a:lnSpc>
              <a:defRPr/>
            </a:pP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99" name="U-Turn Arrow 98"/>
          <p:cNvSpPr/>
          <p:nvPr/>
        </p:nvSpPr>
        <p:spPr bwMode="auto">
          <a:xfrm rot="5400000">
            <a:off x="7236247" y="4725194"/>
            <a:ext cx="919551" cy="106346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vert270" lIns="108000" tIns="0" bIns="0"/>
          <a:lstStyle/>
          <a:p>
            <a:pPr eaLnBrk="0" hangingPunct="0">
              <a:lnSpc>
                <a:spcPct val="80000"/>
              </a:lnSpc>
              <a:defRPr/>
            </a:pP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00" name="Straight Arrow Connector 99"/>
          <p:cNvCxnSpPr/>
          <p:nvPr/>
        </p:nvCxnSpPr>
        <p:spPr>
          <a:xfrm flipH="1">
            <a:off x="2051720" y="1650752"/>
            <a:ext cx="4996501" cy="7413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>
            <a:off x="3241062" y="1650752"/>
            <a:ext cx="3950313" cy="10525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H="1">
            <a:off x="6819287" y="1650752"/>
            <a:ext cx="316921" cy="9908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229327" y="1650752"/>
            <a:ext cx="1232842" cy="173372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V="1">
            <a:off x="2915816" y="4405089"/>
            <a:ext cx="1427584" cy="101154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4103074" y="5416637"/>
            <a:ext cx="2945147" cy="2308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331640" y="5409578"/>
            <a:ext cx="2875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Quality Assurance</a:t>
            </a:r>
            <a:endParaRPr lang="en-GB" sz="2400" b="1" dirty="0"/>
          </a:p>
        </p:txBody>
      </p:sp>
      <p:sp>
        <p:nvSpPr>
          <p:cNvPr id="109" name="TextBox 108"/>
          <p:cNvSpPr txBox="1"/>
          <p:nvPr/>
        </p:nvSpPr>
        <p:spPr>
          <a:xfrm>
            <a:off x="6165850" y="1213928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Orchestration</a:t>
            </a:r>
            <a:endParaRPr lang="en-GB" sz="2400" b="1" dirty="0"/>
          </a:p>
        </p:txBody>
      </p:sp>
      <p:cxnSp>
        <p:nvCxnSpPr>
          <p:cNvPr id="110" name="Straight Arrow Connector 109"/>
          <p:cNvCxnSpPr/>
          <p:nvPr/>
        </p:nvCxnSpPr>
        <p:spPr>
          <a:xfrm flipV="1">
            <a:off x="218556" y="3384475"/>
            <a:ext cx="203719" cy="7089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499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96888" y="1954197"/>
            <a:ext cx="8151812" cy="4688881"/>
          </a:xfrm>
          <a:prstGeom prst="rect">
            <a:avLst/>
          </a:prstGeom>
        </p:spPr>
        <p:txBody>
          <a:bodyPr/>
          <a:lstStyle/>
          <a:p>
            <a:r>
              <a:rPr lang="en-GB" sz="1800" dirty="0"/>
              <a:t>SCM is a discipline comprising the tools and techniques </a:t>
            </a:r>
            <a:r>
              <a:rPr lang="en-GB" sz="1800" dirty="0" smtClean="0"/>
              <a:t>which is used </a:t>
            </a:r>
            <a:r>
              <a:rPr lang="en-GB" sz="1800" dirty="0"/>
              <a:t>to manage change to its software assets</a:t>
            </a:r>
          </a:p>
          <a:p>
            <a:r>
              <a:rPr lang="en-GB" sz="1800" dirty="0" smtClean="0"/>
              <a:t>Also known as revision control or version control </a:t>
            </a:r>
          </a:p>
          <a:p>
            <a:r>
              <a:rPr lang="en-GB" sz="1800" dirty="0" smtClean="0"/>
              <a:t>Integration </a:t>
            </a:r>
            <a:r>
              <a:rPr lang="en-GB" sz="1800" dirty="0"/>
              <a:t>of code changes </a:t>
            </a:r>
          </a:p>
          <a:p>
            <a:r>
              <a:rPr lang="en-GB" sz="1800" dirty="0"/>
              <a:t>Maintains code history </a:t>
            </a:r>
          </a:p>
          <a:p>
            <a:r>
              <a:rPr lang="en-GB" sz="1800" dirty="0"/>
              <a:t>Reverts to previous code version </a:t>
            </a:r>
          </a:p>
          <a:p>
            <a:r>
              <a:rPr lang="en-GB" sz="1800" dirty="0"/>
              <a:t>Compare versions and changes </a:t>
            </a:r>
          </a:p>
          <a:p>
            <a:r>
              <a:rPr lang="en-GB" sz="1800" dirty="0"/>
              <a:t>Ability to merge </a:t>
            </a:r>
            <a:r>
              <a:rPr lang="en-GB" sz="1800" dirty="0" smtClean="0"/>
              <a:t>changes</a:t>
            </a:r>
            <a:endParaRPr lang="en-GB" sz="1800" dirty="0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52548" y="1420171"/>
            <a:ext cx="8151900" cy="396548"/>
          </a:xfrm>
          <a:prstGeom prst="rect">
            <a:avLst/>
          </a:prstGeom>
        </p:spPr>
        <p:txBody>
          <a:bodyPr/>
          <a:lstStyle>
            <a:lvl1pPr marL="17621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1pPr>
            <a:lvl2pPr marL="361950" indent="-185738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marL="53816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marL="715963" indent="-17780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marL="900113" indent="-18415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Source Control Management</a:t>
            </a:r>
            <a:endParaRPr lang="en-GB" sz="2000" dirty="0">
              <a:solidFill>
                <a:schemeClr val="accent2"/>
              </a:solidFill>
            </a:endParaRPr>
          </a:p>
        </p:txBody>
      </p:sp>
      <p:pic>
        <p:nvPicPr>
          <p:cNvPr id="8" name="Picture 2" descr="Git-logo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997" y="5392276"/>
            <a:ext cx="1940377" cy="81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svn.apache.org/repos/asf/subversion/svn-logos/images/tyrus-svn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453" y="5392275"/>
            <a:ext cx="1487563" cy="102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http://upload.wikimedia.org/wikipedia/commons/thumb/4/4d/Gerrit_icon.svg/langfr-96px-Gerrit_icon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598" y="5392276"/>
            <a:ext cx="91440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686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96888" y="1926889"/>
            <a:ext cx="8179568" cy="3118838"/>
          </a:xfrm>
          <a:prstGeom prst="rect">
            <a:avLst/>
          </a:prstGeo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Using DevOps tools builds can be integrated and deployed more frequently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Incremental iterative improvements to the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Continuous integration workflow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Continuous delivery allowing approved deployments on production like and production environment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800" dirty="0"/>
              <a:t>Workflows that we orchestrate:</a:t>
            </a:r>
          </a:p>
          <a:p>
            <a:pPr lvl="2"/>
            <a:r>
              <a:rPr lang="en-GB" sz="1800" dirty="0"/>
              <a:t>Continuous Integration</a:t>
            </a:r>
          </a:p>
          <a:p>
            <a:pPr lvl="2"/>
            <a:r>
              <a:rPr lang="en-GB" sz="1800" dirty="0"/>
              <a:t>Continuous </a:t>
            </a:r>
            <a:r>
              <a:rPr lang="en-GB" sz="1800" dirty="0" smtClean="0"/>
              <a:t>Delivery</a:t>
            </a:r>
            <a:endParaRPr lang="en-GB" sz="1800" dirty="0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52548" y="1530340"/>
            <a:ext cx="8151900" cy="396548"/>
          </a:xfrm>
          <a:prstGeom prst="rect">
            <a:avLst/>
          </a:prstGeom>
        </p:spPr>
        <p:txBody>
          <a:bodyPr/>
          <a:lstStyle>
            <a:lvl1pPr marL="17621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1pPr>
            <a:lvl2pPr marL="361950" indent="-185738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marL="53816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marL="715963" indent="-17780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marL="900113" indent="-18415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Orchestration</a:t>
            </a:r>
            <a:endParaRPr lang="en-GB" sz="2000" dirty="0">
              <a:solidFill>
                <a:schemeClr val="accent2"/>
              </a:solidFill>
            </a:endParaRPr>
          </a:p>
        </p:txBody>
      </p:sp>
      <p:pic>
        <p:nvPicPr>
          <p:cNvPr id="104454" name="Picture 6" descr="https://wiki.jenkins-ci.org/download/attachments/2916393/logo.png?version=1&amp;modificationDate=13027539470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127" y="4114800"/>
            <a:ext cx="17621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60" name="Picture 12" descr="https://www.clearvision-cm.com/wp-content/uploads/2015/03/Bamboo-UR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93" y="4383739"/>
            <a:ext cx="4183740" cy="260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094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96888" y="1871804"/>
            <a:ext cx="8179568" cy="3328160"/>
          </a:xfrm>
          <a:prstGeom prst="rect">
            <a:avLst/>
          </a:prstGeom>
        </p:spPr>
        <p:txBody>
          <a:bodyPr/>
          <a:lstStyle/>
          <a:p>
            <a:r>
              <a:rPr lang="en-GB" sz="1800" dirty="0" smtClean="0"/>
              <a:t>Automated Quality Assurance</a:t>
            </a:r>
          </a:p>
          <a:p>
            <a:r>
              <a:rPr lang="en-GB" sz="1800" dirty="0" smtClean="0"/>
              <a:t>Commit </a:t>
            </a:r>
            <a:r>
              <a:rPr lang="en-GB" sz="1800" dirty="0"/>
              <a:t>Build</a:t>
            </a:r>
          </a:p>
          <a:p>
            <a:pPr lvl="1"/>
            <a:r>
              <a:rPr lang="en-GB" sz="1800" dirty="0"/>
              <a:t>Static code analysis</a:t>
            </a:r>
          </a:p>
          <a:p>
            <a:pPr lvl="1"/>
            <a:r>
              <a:rPr lang="en-GB" sz="1800" dirty="0"/>
              <a:t>Unit tests (run without external dependencies e.g. network, DB, disk)</a:t>
            </a:r>
          </a:p>
          <a:p>
            <a:r>
              <a:rPr lang="en-GB" sz="1800" dirty="0"/>
              <a:t>Functional Suite</a:t>
            </a:r>
          </a:p>
          <a:p>
            <a:pPr lvl="1"/>
            <a:r>
              <a:rPr lang="en-GB" sz="1800" dirty="0"/>
              <a:t>Tests code in an environment</a:t>
            </a:r>
          </a:p>
          <a:p>
            <a:pPr lvl="1"/>
            <a:r>
              <a:rPr lang="en-GB" sz="1800" dirty="0"/>
              <a:t>UI or API </a:t>
            </a:r>
          </a:p>
          <a:p>
            <a:pPr lvl="1"/>
            <a:r>
              <a:rPr lang="en-GB" sz="1800" dirty="0"/>
              <a:t>Performance profiles</a:t>
            </a:r>
          </a:p>
          <a:p>
            <a:endParaRPr lang="en-GB" dirty="0"/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452548" y="1475255"/>
            <a:ext cx="8151900" cy="273452"/>
          </a:xfrm>
          <a:prstGeom prst="rect">
            <a:avLst/>
          </a:prstGeom>
        </p:spPr>
        <p:txBody>
          <a:bodyPr/>
          <a:lstStyle>
            <a:lvl1pPr marL="17621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1pPr>
            <a:lvl2pPr marL="361950" indent="-185738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2pPr>
            <a:lvl3pPr marL="538163" indent="-176213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3pPr>
            <a:lvl4pPr marL="715963" indent="-17780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–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4pPr>
            <a:lvl5pPr marL="900113" indent="-184150" algn="l" rtl="0" eaLnBrk="1" fontAlgn="base" hangingPunct="1"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Arial" pitchFamily="34" charset="0"/>
                <a:ea typeface="Arial" pitchFamily="-105" charset="-52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accent2"/>
                </a:solidFill>
              </a:rPr>
              <a:t>Automated QA</a:t>
            </a:r>
            <a:endParaRPr lang="en-GB" sz="2000" dirty="0">
              <a:solidFill>
                <a:schemeClr val="accent2"/>
              </a:solidFill>
            </a:endParaRPr>
          </a:p>
        </p:txBody>
      </p:sp>
      <p:pic>
        <p:nvPicPr>
          <p:cNvPr id="109570" name="Picture 2" descr="http://www.naturalborncoder.com/wp-content/uploads/2015/05/sonarqube_logo_7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352" y="4794361"/>
            <a:ext cx="3806639" cy="1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837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DevOps Tools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02" y="1772816"/>
            <a:ext cx="8226546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7175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QUESTIONS?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1B97A-378E-4F69-9D74-E5B0730D91F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2015 Accenture All Rights Reserved.</a:t>
            </a:r>
            <a:endParaRPr lang="en-US" dirty="0"/>
          </a:p>
        </p:txBody>
      </p:sp>
      <p:pic>
        <p:nvPicPr>
          <p:cNvPr id="6" name="Picture 2" descr="https://openclipart.org/image/300px/svg_to_png/194097/googley-eye-birdie-has-questions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082" y="3365504"/>
            <a:ext cx="1878261" cy="122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776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5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/%m/%Y&lt;/m_strFormatTime&gt;&lt;/m_precDefaultDate&gt;&lt;m_precDefaultYear/&gt;&lt;m_precDefaultQuarter/&gt;&lt;m_precDefaultMonth/&gt;&lt;m_precDefaultWeek/&gt;&lt;m_precDefaultDay/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s4OCrYHMESgqFXfgsj8.w"/>
</p:tagLst>
</file>

<file path=ppt/theme/theme1.xml><?xml version="1.0" encoding="utf-8"?>
<a:theme xmlns:a="http://schemas.openxmlformats.org/drawingml/2006/main" name="483392_BPO_navigation_2007_3a">
  <a:themeElements>
    <a:clrScheme name="Technology 1">
      <a:dk1>
        <a:srgbClr val="FFFFFF"/>
      </a:dk1>
      <a:lt1>
        <a:srgbClr val="000000"/>
      </a:lt1>
      <a:dk2>
        <a:srgbClr val="FFFFFF"/>
      </a:dk2>
      <a:lt2>
        <a:srgbClr val="666666"/>
      </a:lt2>
      <a:accent1>
        <a:srgbClr val="66AA44"/>
      </a:accent1>
      <a:accent2>
        <a:srgbClr val="551155"/>
      </a:accent2>
      <a:accent3>
        <a:srgbClr val="6688BB"/>
      </a:accent3>
      <a:accent4>
        <a:srgbClr val="FF9900"/>
      </a:accent4>
      <a:accent5>
        <a:srgbClr val="002266"/>
      </a:accent5>
      <a:accent6>
        <a:srgbClr val="FF0000"/>
      </a:accent6>
      <a:hlink>
        <a:srgbClr val="66AA44"/>
      </a:hlink>
      <a:folHlink>
        <a:srgbClr val="FF9900"/>
      </a:folHlink>
    </a:clrScheme>
    <a:fontScheme name="Accenture Finance and Accounting BPO Services_v5_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2400" b="0" dirty="0" smtClean="0"/>
        </a:defPPr>
      </a:lstStyle>
    </a:txDef>
  </a:objectDefaults>
  <a:extraClrSchemeLst>
    <a:extraClrScheme>
      <a:clrScheme name="Accenture Finance and Accounting BPO Services_v5_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66AA44"/>
        </a:accent1>
        <a:accent2>
          <a:srgbClr val="DD4411"/>
        </a:accent2>
        <a:accent3>
          <a:srgbClr val="FFFFFF"/>
        </a:accent3>
        <a:accent4>
          <a:srgbClr val="000000"/>
        </a:accent4>
        <a:accent5>
          <a:srgbClr val="B8D2B0"/>
        </a:accent5>
        <a:accent6>
          <a:srgbClr val="C83D0E"/>
        </a:accent6>
        <a:hlink>
          <a:srgbClr val="BBBB00"/>
        </a:hlink>
        <a:folHlink>
          <a:srgbClr val="6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993399"/>
        </a:accent1>
        <a:accent2>
          <a:srgbClr val="66AA44"/>
        </a:accent2>
        <a:accent3>
          <a:srgbClr val="FFFFFF"/>
        </a:accent3>
        <a:accent4>
          <a:srgbClr val="000000"/>
        </a:accent4>
        <a:accent5>
          <a:srgbClr val="CAADCA"/>
        </a:accent5>
        <a:accent6>
          <a:srgbClr val="5C9A3D"/>
        </a:accent6>
        <a:hlink>
          <a:srgbClr val="3333CC"/>
        </a:hlink>
        <a:folHlink>
          <a:srgbClr val="6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88DD00"/>
        </a:accent1>
        <a:accent2>
          <a:srgbClr val="003344"/>
        </a:accent2>
        <a:accent3>
          <a:srgbClr val="FFFFFF"/>
        </a:accent3>
        <a:accent4>
          <a:srgbClr val="000000"/>
        </a:accent4>
        <a:accent5>
          <a:srgbClr val="C3EBAA"/>
        </a:accent5>
        <a:accent6>
          <a:srgbClr val="002D3D"/>
        </a:accent6>
        <a:hlink>
          <a:srgbClr val="993399"/>
        </a:hlink>
        <a:folHlink>
          <a:srgbClr val="00AA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5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DDCC66"/>
        </a:accent1>
        <a:accent2>
          <a:srgbClr val="003344"/>
        </a:accent2>
        <a:accent3>
          <a:srgbClr val="FFFFFF"/>
        </a:accent3>
        <a:accent4>
          <a:srgbClr val="000000"/>
        </a:accent4>
        <a:accent5>
          <a:srgbClr val="EBE2B8"/>
        </a:accent5>
        <a:accent6>
          <a:srgbClr val="002D3D"/>
        </a:accent6>
        <a:hlink>
          <a:srgbClr val="557799"/>
        </a:hlink>
        <a:folHlink>
          <a:srgbClr val="9922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6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9900"/>
        </a:accent1>
        <a:accent2>
          <a:srgbClr val="003344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002D3D"/>
        </a:accent6>
        <a:hlink>
          <a:srgbClr val="557799"/>
        </a:hlink>
        <a:folHlink>
          <a:srgbClr val="66AA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7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DD4411"/>
        </a:accent1>
        <a:accent2>
          <a:srgbClr val="003344"/>
        </a:accent2>
        <a:accent3>
          <a:srgbClr val="FFFFFF"/>
        </a:accent3>
        <a:accent4>
          <a:srgbClr val="000000"/>
        </a:accent4>
        <a:accent5>
          <a:srgbClr val="EBB0AA"/>
        </a:accent5>
        <a:accent6>
          <a:srgbClr val="002D3D"/>
        </a:accent6>
        <a:hlink>
          <a:srgbClr val="66AA44"/>
        </a:hlink>
        <a:folHlink>
          <a:srgbClr val="EEAA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8">
        <a:dk1>
          <a:srgbClr val="000000"/>
        </a:dk1>
        <a:lt1>
          <a:srgbClr val="FFFFFF"/>
        </a:lt1>
        <a:dk2>
          <a:srgbClr val="003344"/>
        </a:dk2>
        <a:lt2>
          <a:srgbClr val="666666"/>
        </a:lt2>
        <a:accent1>
          <a:srgbClr val="BBBB00"/>
        </a:accent1>
        <a:accent2>
          <a:srgbClr val="992222"/>
        </a:accent2>
        <a:accent3>
          <a:srgbClr val="FFFFFF"/>
        </a:accent3>
        <a:accent4>
          <a:srgbClr val="000000"/>
        </a:accent4>
        <a:accent5>
          <a:srgbClr val="DADAAA"/>
        </a:accent5>
        <a:accent6>
          <a:srgbClr val="8A1E1E"/>
        </a:accent6>
        <a:hlink>
          <a:srgbClr val="445511"/>
        </a:hlink>
        <a:folHlink>
          <a:srgbClr val="0088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 Finance and Accounting BPO Services_v5_e 9">
        <a:dk1>
          <a:srgbClr val="000000"/>
        </a:dk1>
        <a:lt1>
          <a:srgbClr val="FFFFFF"/>
        </a:lt1>
        <a:dk2>
          <a:srgbClr val="DD4411"/>
        </a:dk2>
        <a:lt2>
          <a:srgbClr val="666666"/>
        </a:lt2>
        <a:accent1>
          <a:srgbClr val="BBBB00"/>
        </a:accent1>
        <a:accent2>
          <a:srgbClr val="445511"/>
        </a:accent2>
        <a:accent3>
          <a:srgbClr val="FFFFFF"/>
        </a:accent3>
        <a:accent4>
          <a:srgbClr val="000000"/>
        </a:accent4>
        <a:accent5>
          <a:srgbClr val="DADAAA"/>
        </a:accent5>
        <a:accent6>
          <a:srgbClr val="3D4C0E"/>
        </a:accent6>
        <a:hlink>
          <a:srgbClr val="77AA99"/>
        </a:hlink>
        <a:folHlink>
          <a:srgbClr val="0088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Folder" ma:contentTypeID="0x0120002331D832FE13114F9EC0FC03438FBA9B" ma:contentTypeVersion="0" ma:contentTypeDescription="Create a new folder." ma:contentTypeScope="" ma:versionID="02ee8198ab5089420ece6201cefe0635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ba7e97febcdc823e6f29eb69cd9a4895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Item Child Count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Folder Child Count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982C6D-8243-4DE1-97E2-DC27C11BB9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3787D1-74DD-488B-A34D-AA446A003F34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3D82C32-55A2-4293-88EA-E1DAC6FD04D0}"/>
</file>

<file path=docProps/app.xml><?xml version="1.0" encoding="utf-8"?>
<Properties xmlns="http://schemas.openxmlformats.org/officeDocument/2006/extended-properties" xmlns:vt="http://schemas.openxmlformats.org/officeDocument/2006/docPropsVTypes">
  <Template>483392_BPO_navigation_2007_3a</Template>
  <TotalTime>19191</TotalTime>
  <Words>1112</Words>
  <Application>Microsoft Office PowerPoint</Application>
  <PresentationFormat>On-screen Show (4:3)</PresentationFormat>
  <Paragraphs>263</Paragraphs>
  <Slides>24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Open Sans</vt:lpstr>
      <vt:lpstr>483392_BPO_navigation_2007_3a</vt:lpstr>
      <vt:lpstr>think-cell Slide</vt:lpstr>
      <vt:lpstr>DevOps</vt:lpstr>
      <vt:lpstr>CONTENTS</vt:lpstr>
      <vt:lpstr>Introduction</vt:lpstr>
      <vt:lpstr>Introduction</vt:lpstr>
      <vt:lpstr>REVIEW: What is DevOps?</vt:lpstr>
      <vt:lpstr>REVIEW: What is DevOps?</vt:lpstr>
      <vt:lpstr>REVIEW: What is DevOps?</vt:lpstr>
      <vt:lpstr>REVIEW: What is DevOps?</vt:lpstr>
      <vt:lpstr>REVIEW: What is DevOps?</vt:lpstr>
      <vt:lpstr>REVIEW: What is DevOps?</vt:lpstr>
      <vt:lpstr>Continuous Integration</vt:lpstr>
      <vt:lpstr>Continuous Integration - Defined</vt:lpstr>
      <vt:lpstr>Continuous Integration</vt:lpstr>
      <vt:lpstr>Continuous Deployment</vt:lpstr>
      <vt:lpstr>Continuous Deployment - Defined</vt:lpstr>
      <vt:lpstr>Continuous Deployment</vt:lpstr>
      <vt:lpstr>DevOps Tools</vt:lpstr>
      <vt:lpstr>DevOps Tools</vt:lpstr>
      <vt:lpstr>DevOps Tools</vt:lpstr>
      <vt:lpstr>DevOps Tools</vt:lpstr>
      <vt:lpstr>DevOps Tools</vt:lpstr>
      <vt:lpstr>DevOps Tools</vt:lpstr>
      <vt:lpstr>DevOps Tools</vt:lpstr>
      <vt:lpstr>QUESTIONS?</vt:lpstr>
    </vt:vector>
  </TitlesOfParts>
  <Company>Schawk, Inc. (US Creative Services)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Application Services Landscape</dc:title>
  <dc:creator>Rebecca Gorse</dc:creator>
  <cp:lastModifiedBy>De Rivera, Angelo Q.</cp:lastModifiedBy>
  <cp:revision>1202</cp:revision>
  <cp:lastPrinted>2015-07-27T10:13:26Z</cp:lastPrinted>
  <dcterms:created xsi:type="dcterms:W3CDTF">2009-11-13T22:24:39Z</dcterms:created>
  <dcterms:modified xsi:type="dcterms:W3CDTF">2016-08-17T07:54:09Z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136643</vt:lpwstr>
  </property>
  <property fmtid="{D5CDD505-2E9C-101B-9397-08002B2CF9AE}" pid="3" name="NXPowerLiteSettings">
    <vt:lpwstr>F6000400038000</vt:lpwstr>
  </property>
  <property fmtid="{D5CDD505-2E9C-101B-9397-08002B2CF9AE}" pid="4" name="NXPowerLiteVersion">
    <vt:lpwstr>D4.3.1</vt:lpwstr>
  </property>
  <property fmtid="{D5CDD505-2E9C-101B-9397-08002B2CF9AE}" pid="5" name="ContentTypeId">
    <vt:lpwstr>0x0120002331D832FE13114F9EC0FC03438FBA9B</vt:lpwstr>
  </property>
  <property fmtid="{D5CDD505-2E9C-101B-9397-08002B2CF9AE}" pid="6" name="FederalData">
    <vt:lpwstr>No</vt:lpwstr>
  </property>
</Properties>
</file>